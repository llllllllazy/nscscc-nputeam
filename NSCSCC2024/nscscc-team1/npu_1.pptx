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93" r:id="rId2"/>
    <p:sldId id="260" r:id="rId3"/>
    <p:sldId id="261" r:id="rId4"/>
    <p:sldId id="458" r:id="rId5"/>
    <p:sldId id="1742" r:id="rId6"/>
    <p:sldId id="1744" r:id="rId7"/>
    <p:sldId id="1745" r:id="rId8"/>
    <p:sldId id="262" r:id="rId9"/>
    <p:sldId id="1746" r:id="rId10"/>
    <p:sldId id="263" r:id="rId11"/>
    <p:sldId id="489" r:id="rId12"/>
    <p:sldId id="1748" r:id="rId13"/>
    <p:sldId id="1733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57A"/>
    <a:srgbClr val="00153E"/>
    <a:srgbClr val="00194C"/>
    <a:srgbClr val="000D26"/>
    <a:srgbClr val="002A7E"/>
    <a:srgbClr val="002B8A"/>
    <a:srgbClr val="DBE5F5"/>
    <a:srgbClr val="FF9900"/>
    <a:srgbClr val="C6C7CB"/>
    <a:srgbClr val="BEBF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6" autoAdjust="0"/>
    <p:restoredTop sz="94759" autoAdjust="0"/>
  </p:normalViewPr>
  <p:slideViewPr>
    <p:cSldViewPr snapToGrid="0" showGuides="1">
      <p:cViewPr varScale="1">
        <p:scale>
          <a:sx n="95" d="100"/>
          <a:sy n="95" d="100"/>
        </p:scale>
        <p:origin x="75" y="2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850"/>
    </p:cViewPr>
  </p:sorterViewPr>
  <p:notesViewPr>
    <p:cSldViewPr snapToGrid="0">
      <p:cViewPr varScale="1">
        <p:scale>
          <a:sx n="57" d="100"/>
          <a:sy n="57" d="100"/>
        </p:scale>
        <p:origin x="2405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5D68A-C9EE-4DB2-A6F8-B810BB6A2D83}" type="datetimeFigureOut">
              <a:rPr lang="zh-CN" altLang="en-US" smtClean="0"/>
              <a:t>2024/8/23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AE9AA3-FC04-49C0-9E86-4D7EC0F81D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118E9-E82C-42B0-A109-929B02C38787}" type="datetimeFigureOut">
              <a:rPr lang="zh-CN" altLang="en-US" smtClean="0"/>
              <a:t>2024/8/23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A712A-FD8E-4D24-A708-D217C50E19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157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280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8807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368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465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A712A-FD8E-4D24-A708-D217C50E192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jpg"/><Relationship Id="rId4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图片 87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870" b="9870"/>
          <a:stretch/>
        </p:blipFill>
        <p:spPr>
          <a:xfrm>
            <a:off x="-2" y="-9406"/>
            <a:ext cx="12192000" cy="6478168"/>
          </a:xfrm>
          <a:custGeom>
            <a:avLst/>
            <a:gdLst>
              <a:gd name="connsiteX0" fmla="*/ 0 w 12192000"/>
              <a:gd name="connsiteY0" fmla="*/ 0 h 6478168"/>
              <a:gd name="connsiteX1" fmla="*/ 12192000 w 12192000"/>
              <a:gd name="connsiteY1" fmla="*/ 0 h 6478168"/>
              <a:gd name="connsiteX2" fmla="*/ 12192000 w 12192000"/>
              <a:gd name="connsiteY2" fmla="*/ 6478168 h 6478168"/>
              <a:gd name="connsiteX3" fmla="*/ 11848892 w 12192000"/>
              <a:gd name="connsiteY3" fmla="*/ 6440768 h 6478168"/>
              <a:gd name="connsiteX4" fmla="*/ 6096001 w 12192000"/>
              <a:gd name="connsiteY4" fmla="*/ 6204693 h 6478168"/>
              <a:gd name="connsiteX5" fmla="*/ 343111 w 12192000"/>
              <a:gd name="connsiteY5" fmla="*/ 6440768 h 6478168"/>
              <a:gd name="connsiteX6" fmla="*/ 0 w 12192000"/>
              <a:gd name="connsiteY6" fmla="*/ 6478168 h 647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8">
                <a:moveTo>
                  <a:pt x="0" y="0"/>
                </a:moveTo>
                <a:lnTo>
                  <a:pt x="12192000" y="0"/>
                </a:lnTo>
                <a:lnTo>
                  <a:pt x="12192000" y="6478168"/>
                </a:lnTo>
                <a:lnTo>
                  <a:pt x="11848892" y="6440768"/>
                </a:lnTo>
                <a:cubicBezTo>
                  <a:pt x="10376599" y="6294909"/>
                  <a:pt x="8342645" y="6204693"/>
                  <a:pt x="6096001" y="6204693"/>
                </a:cubicBezTo>
                <a:cubicBezTo>
                  <a:pt x="3849358" y="6204693"/>
                  <a:pt x="1815404" y="6294909"/>
                  <a:pt x="343111" y="6440768"/>
                </a:cubicBezTo>
                <a:lnTo>
                  <a:pt x="0" y="6478168"/>
                </a:lnTo>
                <a:close/>
              </a:path>
            </a:pathLst>
          </a:custGeom>
        </p:spPr>
      </p:pic>
      <p:sp>
        <p:nvSpPr>
          <p:cNvPr id="89" name="任意多边形: 形状 88"/>
          <p:cNvSpPr/>
          <p:nvPr userDrawn="1"/>
        </p:nvSpPr>
        <p:spPr>
          <a:xfrm>
            <a:off x="0" y="0"/>
            <a:ext cx="12192000" cy="6478167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4936352" y="6468762"/>
            <a:ext cx="2319296" cy="261610"/>
            <a:chOff x="4936352" y="6468762"/>
            <a:chExt cx="2319296" cy="261610"/>
          </a:xfrm>
        </p:grpSpPr>
        <p:sp>
          <p:nvSpPr>
            <p:cNvPr id="60" name="文本框 59"/>
            <p:cNvSpPr txBox="1"/>
            <p:nvPr userDrawn="1"/>
          </p:nvSpPr>
          <p:spPr>
            <a:xfrm>
              <a:off x="5245451" y="6468762"/>
              <a:ext cx="1701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spc="300" dirty="0">
                  <a:solidFill>
                    <a:schemeClr val="accent2"/>
                  </a:solidFill>
                  <a:latin typeface="+mn-ea"/>
                  <a:ea typeface="+mn-ea"/>
                </a:rPr>
                <a:t>公诚勇毅 三实一新</a:t>
              </a:r>
            </a:p>
          </p:txBody>
        </p:sp>
        <p:grpSp>
          <p:nvGrpSpPr>
            <p:cNvPr id="61" name="组合 60"/>
            <p:cNvGrpSpPr/>
            <p:nvPr userDrawn="1"/>
          </p:nvGrpSpPr>
          <p:grpSpPr>
            <a:xfrm>
              <a:off x="4936352" y="6592514"/>
              <a:ext cx="2319296" cy="0"/>
              <a:chOff x="4913990" y="6592514"/>
              <a:chExt cx="2319296" cy="0"/>
            </a:xfrm>
          </p:grpSpPr>
          <p:cxnSp>
            <p:nvCxnSpPr>
              <p:cNvPr id="62" name="直接连接符 61"/>
              <p:cNvCxnSpPr/>
              <p:nvPr userDrawn="1"/>
            </p:nvCxnSpPr>
            <p:spPr>
              <a:xfrm>
                <a:off x="4913990" y="6592514"/>
                <a:ext cx="291542" cy="0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/>
              <p:cNvCxnSpPr/>
              <p:nvPr userDrawn="1"/>
            </p:nvCxnSpPr>
            <p:spPr>
              <a:xfrm>
                <a:off x="6941744" y="6592514"/>
                <a:ext cx="291542" cy="0"/>
              </a:xfrm>
              <a:prstGeom prst="line">
                <a:avLst/>
              </a:prstGeom>
              <a:ln w="127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0" name="任意多边形: 形状 89"/>
          <p:cNvSpPr/>
          <p:nvPr userDrawn="1"/>
        </p:nvSpPr>
        <p:spPr>
          <a:xfrm>
            <a:off x="91440" y="89076"/>
            <a:ext cx="12009120" cy="6300016"/>
          </a:xfrm>
          <a:custGeom>
            <a:avLst/>
            <a:gdLst>
              <a:gd name="connsiteX0" fmla="*/ 0 w 12192000"/>
              <a:gd name="connsiteY0" fmla="*/ 0 h 6478167"/>
              <a:gd name="connsiteX1" fmla="*/ 12192000 w 12192000"/>
              <a:gd name="connsiteY1" fmla="*/ 0 h 6478167"/>
              <a:gd name="connsiteX2" fmla="*/ 12192000 w 12192000"/>
              <a:gd name="connsiteY2" fmla="*/ 6478167 h 6478167"/>
              <a:gd name="connsiteX3" fmla="*/ 11848892 w 12192000"/>
              <a:gd name="connsiteY3" fmla="*/ 6440767 h 6478167"/>
              <a:gd name="connsiteX4" fmla="*/ 6096001 w 12192000"/>
              <a:gd name="connsiteY4" fmla="*/ 6204692 h 6478167"/>
              <a:gd name="connsiteX5" fmla="*/ 343111 w 12192000"/>
              <a:gd name="connsiteY5" fmla="*/ 6440767 h 6478167"/>
              <a:gd name="connsiteX6" fmla="*/ 0 w 12192000"/>
              <a:gd name="connsiteY6" fmla="*/ 6478167 h 647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478167">
                <a:moveTo>
                  <a:pt x="0" y="0"/>
                </a:moveTo>
                <a:lnTo>
                  <a:pt x="12192000" y="0"/>
                </a:lnTo>
                <a:lnTo>
                  <a:pt x="12192000" y="6478167"/>
                </a:lnTo>
                <a:lnTo>
                  <a:pt x="11848892" y="6440767"/>
                </a:lnTo>
                <a:cubicBezTo>
                  <a:pt x="10376599" y="6294908"/>
                  <a:pt x="8342645" y="6204692"/>
                  <a:pt x="6096001" y="6204692"/>
                </a:cubicBezTo>
                <a:cubicBezTo>
                  <a:pt x="3849358" y="6204692"/>
                  <a:pt x="1815404" y="6294908"/>
                  <a:pt x="343111" y="6440767"/>
                </a:cubicBezTo>
                <a:lnTo>
                  <a:pt x="0" y="6478167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-1" y="2575973"/>
            <a:ext cx="12191999" cy="1706055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  <a:effectLst>
            <a:outerShdw blurRad="4064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826380-808D-663C-4066-B4C3BA00589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658" y="500663"/>
            <a:ext cx="928683" cy="92734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529087-C762-CC28-DB41-7933E84EF63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527" y="1507682"/>
            <a:ext cx="2938939" cy="5590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>
            <a:gsLst>
              <a:gs pos="100000">
                <a:schemeClr val="accent2">
                  <a:lumMod val="57000"/>
                </a:schemeClr>
              </a:gs>
              <a:gs pos="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2" r="592"/>
          <a:stretch/>
        </p:blipFill>
        <p:spPr>
          <a:xfrm>
            <a:off x="-1" y="1"/>
            <a:ext cx="1219200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0" y="1670588"/>
            <a:ext cx="12192000" cy="351682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2921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矩形 5"/>
          <p:cNvSpPr/>
          <p:nvPr userDrawn="1"/>
        </p:nvSpPr>
        <p:spPr>
          <a:xfrm>
            <a:off x="0" y="1776046"/>
            <a:ext cx="12192000" cy="33059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4936352" y="6468762"/>
            <a:ext cx="2319296" cy="261610"/>
            <a:chOff x="4936352" y="6468762"/>
            <a:chExt cx="2319296" cy="261610"/>
          </a:xfrm>
        </p:grpSpPr>
        <p:sp>
          <p:nvSpPr>
            <p:cNvPr id="56" name="文本框 55"/>
            <p:cNvSpPr txBox="1"/>
            <p:nvPr userDrawn="1"/>
          </p:nvSpPr>
          <p:spPr>
            <a:xfrm>
              <a:off x="5245450" y="6468762"/>
              <a:ext cx="1701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spc="300" dirty="0">
                  <a:solidFill>
                    <a:schemeClr val="bg1"/>
                  </a:solidFill>
                  <a:latin typeface="+mn-ea"/>
                  <a:ea typeface="+mn-ea"/>
                </a:rPr>
                <a:t>公诚勇毅 三实一新</a:t>
              </a:r>
            </a:p>
          </p:txBody>
        </p:sp>
        <p:grpSp>
          <p:nvGrpSpPr>
            <p:cNvPr id="59" name="组合 58"/>
            <p:cNvGrpSpPr/>
            <p:nvPr userDrawn="1"/>
          </p:nvGrpSpPr>
          <p:grpSpPr>
            <a:xfrm>
              <a:off x="4936352" y="6592514"/>
              <a:ext cx="2319296" cy="0"/>
              <a:chOff x="4913990" y="6592514"/>
              <a:chExt cx="2319296" cy="0"/>
            </a:xfrm>
          </p:grpSpPr>
          <p:cxnSp>
            <p:nvCxnSpPr>
              <p:cNvPr id="57" name="直接连接符 56"/>
              <p:cNvCxnSpPr/>
              <p:nvPr userDrawn="1"/>
            </p:nvCxnSpPr>
            <p:spPr>
              <a:xfrm>
                <a:off x="4913990" y="6592514"/>
                <a:ext cx="291542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 userDrawn="1"/>
            </p:nvCxnSpPr>
            <p:spPr>
              <a:xfrm>
                <a:off x="6941744" y="6592514"/>
                <a:ext cx="291542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3" name="内容占位符 62"/>
          <p:cNvSpPr>
            <a:spLocks noGrp="1"/>
          </p:cNvSpPr>
          <p:nvPr>
            <p:ph sz="quarter" idx="10" hasCustomPrompt="1"/>
          </p:nvPr>
        </p:nvSpPr>
        <p:spPr>
          <a:xfrm>
            <a:off x="3297437" y="2028066"/>
            <a:ext cx="1316885" cy="2223133"/>
          </a:xfrm>
        </p:spPr>
        <p:txBody>
          <a:bodyPr>
            <a:noAutofit/>
          </a:bodyPr>
          <a:lstStyle>
            <a:lvl1pPr marL="0" indent="0" algn="ctr">
              <a:buNone/>
              <a:defRPr sz="23900">
                <a:solidFill>
                  <a:srgbClr val="23457A"/>
                </a:solidFill>
                <a:latin typeface="Facon" pitchFamily="2" charset="0"/>
              </a:defRPr>
            </a:lvl1pPr>
            <a:lvl2pPr marL="457200" indent="0" algn="ctr">
              <a:buNone/>
              <a:defRPr sz="9600">
                <a:latin typeface="Facon" pitchFamily="2" charset="0"/>
              </a:defRPr>
            </a:lvl2pPr>
            <a:lvl3pPr marL="914400" indent="0" algn="ctr">
              <a:buNone/>
              <a:defRPr sz="9600">
                <a:latin typeface="Facon" pitchFamily="2" charset="0"/>
              </a:defRPr>
            </a:lvl3pPr>
            <a:lvl4pPr marL="1371600" indent="0" algn="ctr">
              <a:buNone/>
              <a:defRPr sz="9600">
                <a:latin typeface="Facon" pitchFamily="2" charset="0"/>
              </a:defRPr>
            </a:lvl4pPr>
            <a:lvl5pPr marL="1828800" indent="0" algn="ctr">
              <a:buNone/>
              <a:defRPr sz="9600">
                <a:latin typeface="Facon" pitchFamily="2" charset="0"/>
              </a:defRPr>
            </a:lvl5pPr>
          </a:lstStyle>
          <a:p>
            <a:pPr lvl="0"/>
            <a:r>
              <a:rPr lang="zh-CN" altLang="en-US" dirty="0"/>
              <a:t>对象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502D6F-DC88-08DF-A428-FC0B381356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971" y="63814"/>
            <a:ext cx="6740056" cy="67303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/>
          <p:cNvSpPr/>
          <p:nvPr userDrawn="1"/>
        </p:nvSpPr>
        <p:spPr>
          <a:xfrm rot="16200000">
            <a:off x="-998219" y="998216"/>
            <a:ext cx="6858000" cy="4861559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/>
          <p:cNvSpPr/>
          <p:nvPr userDrawn="1"/>
        </p:nvSpPr>
        <p:spPr>
          <a:xfrm rot="16200000">
            <a:off x="-998220" y="998221"/>
            <a:ext cx="6858000" cy="4861559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3317099">
                <a:moveTo>
                  <a:pt x="0" y="0"/>
                </a:moveTo>
                <a:lnTo>
                  <a:pt x="12192000" y="0"/>
                </a:lnTo>
                <a:lnTo>
                  <a:pt x="12192000" y="3317099"/>
                </a:lnTo>
                <a:lnTo>
                  <a:pt x="11949809" y="3274129"/>
                </a:lnTo>
                <a:cubicBezTo>
                  <a:pt x="10278806" y="3006280"/>
                  <a:pt x="8264383" y="2849880"/>
                  <a:pt x="6096000" y="2849880"/>
                </a:cubicBezTo>
                <a:cubicBezTo>
                  <a:pt x="3927617" y="2849880"/>
                  <a:pt x="1913194" y="3006280"/>
                  <a:pt x="242191" y="3274129"/>
                </a:cubicBezTo>
                <a:lnTo>
                  <a:pt x="0" y="3317099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4" name="任意多边形: 形状 43"/>
          <p:cNvSpPr>
            <a:spLocks noChangeAspect="1"/>
          </p:cNvSpPr>
          <p:nvPr userDrawn="1"/>
        </p:nvSpPr>
        <p:spPr>
          <a:xfrm rot="16200000">
            <a:off x="766996" y="3144282"/>
            <a:ext cx="6858000" cy="569437"/>
          </a:xfrm>
          <a:custGeom>
            <a:avLst/>
            <a:gdLst>
              <a:gd name="connsiteX0" fmla="*/ 0 w 12192000"/>
              <a:gd name="connsiteY0" fmla="*/ 0 h 3317099"/>
              <a:gd name="connsiteX1" fmla="*/ 12192000 w 12192000"/>
              <a:gd name="connsiteY1" fmla="*/ 0 h 3317099"/>
              <a:gd name="connsiteX2" fmla="*/ 12192000 w 12192000"/>
              <a:gd name="connsiteY2" fmla="*/ 3317099 h 3317099"/>
              <a:gd name="connsiteX3" fmla="*/ 11949809 w 12192000"/>
              <a:gd name="connsiteY3" fmla="*/ 3274129 h 3317099"/>
              <a:gd name="connsiteX4" fmla="*/ 6096000 w 12192000"/>
              <a:gd name="connsiteY4" fmla="*/ 2849880 h 3317099"/>
              <a:gd name="connsiteX5" fmla="*/ 242191 w 12192000"/>
              <a:gd name="connsiteY5" fmla="*/ 3274129 h 3317099"/>
              <a:gd name="connsiteX6" fmla="*/ 0 w 12192000"/>
              <a:gd name="connsiteY6" fmla="*/ 3317099 h 3317099"/>
              <a:gd name="connsiteX0-1" fmla="*/ 12192000 w 12283440"/>
              <a:gd name="connsiteY0-2" fmla="*/ 0 h 3317099"/>
              <a:gd name="connsiteX1-3" fmla="*/ 12192000 w 12283440"/>
              <a:gd name="connsiteY1-4" fmla="*/ 3317099 h 3317099"/>
              <a:gd name="connsiteX2-5" fmla="*/ 11949809 w 12283440"/>
              <a:gd name="connsiteY2-6" fmla="*/ 3274129 h 3317099"/>
              <a:gd name="connsiteX3-7" fmla="*/ 6096000 w 12283440"/>
              <a:gd name="connsiteY3-8" fmla="*/ 2849880 h 3317099"/>
              <a:gd name="connsiteX4-9" fmla="*/ 242191 w 12283440"/>
              <a:gd name="connsiteY4-10" fmla="*/ 3274129 h 3317099"/>
              <a:gd name="connsiteX5-11" fmla="*/ 0 w 12283440"/>
              <a:gd name="connsiteY5-12" fmla="*/ 3317099 h 3317099"/>
              <a:gd name="connsiteX6-13" fmla="*/ 0 w 12283440"/>
              <a:gd name="connsiteY6-14" fmla="*/ 0 h 3317099"/>
              <a:gd name="connsiteX7" fmla="*/ 12283440 w 12283440"/>
              <a:gd name="connsiteY7" fmla="*/ 91440 h 3317099"/>
              <a:gd name="connsiteX0-15" fmla="*/ 12192000 w 12192000"/>
              <a:gd name="connsiteY0-16" fmla="*/ 0 h 3317099"/>
              <a:gd name="connsiteX1-17" fmla="*/ 12192000 w 12192000"/>
              <a:gd name="connsiteY1-18" fmla="*/ 3317099 h 3317099"/>
              <a:gd name="connsiteX2-19" fmla="*/ 11949809 w 12192000"/>
              <a:gd name="connsiteY2-20" fmla="*/ 3274129 h 3317099"/>
              <a:gd name="connsiteX3-21" fmla="*/ 6096000 w 12192000"/>
              <a:gd name="connsiteY3-22" fmla="*/ 2849880 h 3317099"/>
              <a:gd name="connsiteX4-23" fmla="*/ 242191 w 12192000"/>
              <a:gd name="connsiteY4-24" fmla="*/ 3274129 h 3317099"/>
              <a:gd name="connsiteX5-25" fmla="*/ 0 w 12192000"/>
              <a:gd name="connsiteY5-26" fmla="*/ 3317099 h 3317099"/>
              <a:gd name="connsiteX6-27" fmla="*/ 0 w 12192000"/>
              <a:gd name="connsiteY6-28" fmla="*/ 0 h 3317099"/>
              <a:gd name="connsiteX0-29" fmla="*/ 12192000 w 12192000"/>
              <a:gd name="connsiteY0-30" fmla="*/ 3317099 h 3317099"/>
              <a:gd name="connsiteX1-31" fmla="*/ 11949809 w 12192000"/>
              <a:gd name="connsiteY1-32" fmla="*/ 3274129 h 3317099"/>
              <a:gd name="connsiteX2-33" fmla="*/ 6096000 w 12192000"/>
              <a:gd name="connsiteY2-34" fmla="*/ 2849880 h 3317099"/>
              <a:gd name="connsiteX3-35" fmla="*/ 242191 w 12192000"/>
              <a:gd name="connsiteY3-36" fmla="*/ 3274129 h 3317099"/>
              <a:gd name="connsiteX4-37" fmla="*/ 0 w 12192000"/>
              <a:gd name="connsiteY4-38" fmla="*/ 3317099 h 3317099"/>
              <a:gd name="connsiteX5-39" fmla="*/ 0 w 12192000"/>
              <a:gd name="connsiteY5-40" fmla="*/ 0 h 3317099"/>
              <a:gd name="connsiteX0-41" fmla="*/ 12192000 w 12192000"/>
              <a:gd name="connsiteY0-42" fmla="*/ 467219 h 467219"/>
              <a:gd name="connsiteX1-43" fmla="*/ 11949809 w 12192000"/>
              <a:gd name="connsiteY1-44" fmla="*/ 424249 h 467219"/>
              <a:gd name="connsiteX2-45" fmla="*/ 6096000 w 12192000"/>
              <a:gd name="connsiteY2-46" fmla="*/ 0 h 467219"/>
              <a:gd name="connsiteX3-47" fmla="*/ 242191 w 12192000"/>
              <a:gd name="connsiteY3-48" fmla="*/ 424249 h 467219"/>
              <a:gd name="connsiteX4-49" fmla="*/ 0 w 12192000"/>
              <a:gd name="connsiteY4-50" fmla="*/ 467219 h 46721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467219">
                <a:moveTo>
                  <a:pt x="12192000" y="467219"/>
                </a:moveTo>
                <a:lnTo>
                  <a:pt x="11949809" y="424249"/>
                </a:lnTo>
                <a:cubicBezTo>
                  <a:pt x="10278806" y="156400"/>
                  <a:pt x="8264383" y="0"/>
                  <a:pt x="6096000" y="0"/>
                </a:cubicBezTo>
                <a:cubicBezTo>
                  <a:pt x="3927617" y="0"/>
                  <a:pt x="1913194" y="156400"/>
                  <a:pt x="242191" y="424249"/>
                </a:cubicBezTo>
                <a:lnTo>
                  <a:pt x="0" y="467219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4253EF-4A17-C3C6-29C8-F0C8BFAD41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203790" y="445078"/>
            <a:ext cx="2988210" cy="59678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任意多边形: 形状 59"/>
          <p:cNvSpPr/>
          <p:nvPr userDrawn="1"/>
        </p:nvSpPr>
        <p:spPr>
          <a:xfrm>
            <a:off x="1551008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22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矩形 51"/>
          <p:cNvSpPr/>
          <p:nvPr userDrawn="1"/>
        </p:nvSpPr>
        <p:spPr>
          <a:xfrm>
            <a:off x="0" y="532994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297F5A-5386-829B-23FF-B19872A7E2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5CBF5E-904D-CD98-33DE-2B223D2FAE5C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865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53295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13"/>
          </p:nvPr>
        </p:nvSpPr>
        <p:spPr>
          <a:xfrm>
            <a:off x="767953" y="1585732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14"/>
          </p:nvPr>
        </p:nvSpPr>
        <p:spPr>
          <a:xfrm>
            <a:off x="4357421" y="1585732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8" name="图片占位符 67"/>
          <p:cNvSpPr>
            <a:spLocks noGrp="1"/>
          </p:cNvSpPr>
          <p:nvPr>
            <p:ph type="pic" sz="quarter" idx="15"/>
          </p:nvPr>
        </p:nvSpPr>
        <p:spPr>
          <a:xfrm>
            <a:off x="7946889" y="1585732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图片占位符 70"/>
          <p:cNvSpPr>
            <a:spLocks noGrp="1"/>
          </p:cNvSpPr>
          <p:nvPr>
            <p:ph type="pic" sz="quarter" idx="16"/>
          </p:nvPr>
        </p:nvSpPr>
        <p:spPr>
          <a:xfrm>
            <a:off x="2562687" y="4068505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5" name="图片占位符 74"/>
          <p:cNvSpPr>
            <a:spLocks noGrp="1"/>
          </p:cNvSpPr>
          <p:nvPr>
            <p:ph type="pic" sz="quarter" idx="17"/>
          </p:nvPr>
        </p:nvSpPr>
        <p:spPr>
          <a:xfrm>
            <a:off x="6152155" y="4068505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1" name="图片占位符 80"/>
          <p:cNvSpPr>
            <a:spLocks noGrp="1"/>
          </p:cNvSpPr>
          <p:nvPr>
            <p:ph type="pic" sz="quarter" idx="18"/>
          </p:nvPr>
        </p:nvSpPr>
        <p:spPr>
          <a:xfrm>
            <a:off x="9741624" y="4068505"/>
            <a:ext cx="1660862" cy="1660862"/>
          </a:xfrm>
          <a:custGeom>
            <a:avLst/>
            <a:gdLst>
              <a:gd name="connsiteX0" fmla="*/ 0 w 1886674"/>
              <a:gd name="connsiteY0" fmla="*/ 0 h 1886674"/>
              <a:gd name="connsiteX1" fmla="*/ 1637822 w 1886674"/>
              <a:gd name="connsiteY1" fmla="*/ 0 h 1886674"/>
              <a:gd name="connsiteX2" fmla="*/ 1886674 w 1886674"/>
              <a:gd name="connsiteY2" fmla="*/ 248852 h 1886674"/>
              <a:gd name="connsiteX3" fmla="*/ 1886674 w 1886674"/>
              <a:gd name="connsiteY3" fmla="*/ 1886674 h 1886674"/>
              <a:gd name="connsiteX4" fmla="*/ 248852 w 1886674"/>
              <a:gd name="connsiteY4" fmla="*/ 1886674 h 1886674"/>
              <a:gd name="connsiteX5" fmla="*/ 0 w 1886674"/>
              <a:gd name="connsiteY5" fmla="*/ 1637822 h 188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6674" h="1886674">
                <a:moveTo>
                  <a:pt x="0" y="0"/>
                </a:moveTo>
                <a:lnTo>
                  <a:pt x="1637822" y="0"/>
                </a:lnTo>
                <a:cubicBezTo>
                  <a:pt x="1775259" y="0"/>
                  <a:pt x="1886674" y="111415"/>
                  <a:pt x="1886674" y="248852"/>
                </a:cubicBezTo>
                <a:lnTo>
                  <a:pt x="1886674" y="1886674"/>
                </a:lnTo>
                <a:lnTo>
                  <a:pt x="248852" y="1886674"/>
                </a:lnTo>
                <a:cubicBezTo>
                  <a:pt x="111415" y="1886674"/>
                  <a:pt x="0" y="1775259"/>
                  <a:pt x="0" y="1637822"/>
                </a:cubicBezTo>
                <a:close/>
              </a:path>
            </a:pathLst>
          </a:custGeom>
          <a:ln w="190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66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7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9" name="文本占位符 6"/>
          <p:cNvSpPr>
            <a:spLocks noGrp="1"/>
          </p:cNvSpPr>
          <p:nvPr>
            <p:ph type="body" sz="quarter" idx="21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0" name="文本占位符 6"/>
          <p:cNvSpPr>
            <a:spLocks noGrp="1"/>
          </p:cNvSpPr>
          <p:nvPr>
            <p:ph type="body" sz="quarter" idx="22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2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85CBAC-C462-6133-6569-61B2B7000F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 userDrawn="1"/>
        </p:nvSpPr>
        <p:spPr>
          <a:xfrm>
            <a:off x="-2392680" y="3707929"/>
            <a:ext cx="16977360" cy="57645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 userDrawn="1"/>
        </p:nvSpPr>
        <p:spPr>
          <a:xfrm>
            <a:off x="-2392680" y="3850640"/>
            <a:ext cx="16977360" cy="576455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397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图片占位符 59"/>
          <p:cNvSpPr>
            <a:spLocks noGrp="1"/>
          </p:cNvSpPr>
          <p:nvPr>
            <p:ph type="pic" sz="quarter" idx="13"/>
          </p:nvPr>
        </p:nvSpPr>
        <p:spPr>
          <a:xfrm>
            <a:off x="883921" y="1851949"/>
            <a:ext cx="2148260" cy="3349969"/>
          </a:xfrm>
          <a:custGeom>
            <a:avLst/>
            <a:gdLst>
              <a:gd name="connsiteX0" fmla="*/ 0 w 2500132"/>
              <a:gd name="connsiteY0" fmla="*/ 0 h 4027990"/>
              <a:gd name="connsiteX1" fmla="*/ 2500132 w 2500132"/>
              <a:gd name="connsiteY1" fmla="*/ 0 h 4027990"/>
              <a:gd name="connsiteX2" fmla="*/ 2500132 w 2500132"/>
              <a:gd name="connsiteY2" fmla="*/ 4027990 h 4027990"/>
              <a:gd name="connsiteX3" fmla="*/ 0 w 2500132"/>
              <a:gd name="connsiteY3" fmla="*/ 4027990 h 40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0132" h="4027990">
                <a:moveTo>
                  <a:pt x="0" y="0"/>
                </a:moveTo>
                <a:lnTo>
                  <a:pt x="2500132" y="0"/>
                </a:lnTo>
                <a:lnTo>
                  <a:pt x="2500132" y="4027990"/>
                </a:lnTo>
                <a:lnTo>
                  <a:pt x="0" y="4027990"/>
                </a:lnTo>
                <a:close/>
              </a:path>
            </a:pathLst>
          </a:custGeom>
          <a:ln w="63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2" name="图片占位符 61"/>
          <p:cNvSpPr>
            <a:spLocks noGrp="1"/>
          </p:cNvSpPr>
          <p:nvPr>
            <p:ph type="pic" sz="quarter" idx="14"/>
          </p:nvPr>
        </p:nvSpPr>
        <p:spPr>
          <a:xfrm>
            <a:off x="3642554" y="1851949"/>
            <a:ext cx="2148260" cy="3349969"/>
          </a:xfrm>
          <a:custGeom>
            <a:avLst/>
            <a:gdLst>
              <a:gd name="connsiteX0" fmla="*/ 0 w 2500132"/>
              <a:gd name="connsiteY0" fmla="*/ 0 h 4027990"/>
              <a:gd name="connsiteX1" fmla="*/ 2500132 w 2500132"/>
              <a:gd name="connsiteY1" fmla="*/ 0 h 4027990"/>
              <a:gd name="connsiteX2" fmla="*/ 2500132 w 2500132"/>
              <a:gd name="connsiteY2" fmla="*/ 4027990 h 4027990"/>
              <a:gd name="connsiteX3" fmla="*/ 0 w 2500132"/>
              <a:gd name="connsiteY3" fmla="*/ 4027990 h 40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0132" h="4027990">
                <a:moveTo>
                  <a:pt x="0" y="0"/>
                </a:moveTo>
                <a:lnTo>
                  <a:pt x="2500132" y="0"/>
                </a:lnTo>
                <a:lnTo>
                  <a:pt x="2500132" y="4027990"/>
                </a:lnTo>
                <a:lnTo>
                  <a:pt x="0" y="4027990"/>
                </a:lnTo>
                <a:close/>
              </a:path>
            </a:pathLst>
          </a:custGeom>
          <a:ln w="63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15"/>
          </p:nvPr>
        </p:nvSpPr>
        <p:spPr>
          <a:xfrm>
            <a:off x="6401187" y="1851949"/>
            <a:ext cx="2148260" cy="3349969"/>
          </a:xfrm>
          <a:custGeom>
            <a:avLst/>
            <a:gdLst>
              <a:gd name="connsiteX0" fmla="*/ 0 w 2500132"/>
              <a:gd name="connsiteY0" fmla="*/ 0 h 4027990"/>
              <a:gd name="connsiteX1" fmla="*/ 2500132 w 2500132"/>
              <a:gd name="connsiteY1" fmla="*/ 0 h 4027990"/>
              <a:gd name="connsiteX2" fmla="*/ 2500132 w 2500132"/>
              <a:gd name="connsiteY2" fmla="*/ 4027990 h 4027990"/>
              <a:gd name="connsiteX3" fmla="*/ 0 w 2500132"/>
              <a:gd name="connsiteY3" fmla="*/ 4027990 h 40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0132" h="4027990">
                <a:moveTo>
                  <a:pt x="0" y="0"/>
                </a:moveTo>
                <a:lnTo>
                  <a:pt x="2500132" y="0"/>
                </a:lnTo>
                <a:lnTo>
                  <a:pt x="2500132" y="4027990"/>
                </a:lnTo>
                <a:lnTo>
                  <a:pt x="0" y="4027990"/>
                </a:lnTo>
                <a:close/>
              </a:path>
            </a:pathLst>
          </a:custGeom>
          <a:ln w="63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8" name="图片占位符 67"/>
          <p:cNvSpPr>
            <a:spLocks noGrp="1"/>
          </p:cNvSpPr>
          <p:nvPr>
            <p:ph type="pic" sz="quarter" idx="16"/>
          </p:nvPr>
        </p:nvSpPr>
        <p:spPr>
          <a:xfrm>
            <a:off x="9159820" y="1851949"/>
            <a:ext cx="2148260" cy="3349969"/>
          </a:xfrm>
          <a:custGeom>
            <a:avLst/>
            <a:gdLst>
              <a:gd name="connsiteX0" fmla="*/ 0 w 2500132"/>
              <a:gd name="connsiteY0" fmla="*/ 0 h 4027990"/>
              <a:gd name="connsiteX1" fmla="*/ 2500132 w 2500132"/>
              <a:gd name="connsiteY1" fmla="*/ 0 h 4027990"/>
              <a:gd name="connsiteX2" fmla="*/ 2500132 w 2500132"/>
              <a:gd name="connsiteY2" fmla="*/ 4027990 h 4027990"/>
              <a:gd name="connsiteX3" fmla="*/ 0 w 2500132"/>
              <a:gd name="connsiteY3" fmla="*/ 4027990 h 402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0132" h="4027990">
                <a:moveTo>
                  <a:pt x="0" y="0"/>
                </a:moveTo>
                <a:lnTo>
                  <a:pt x="2500132" y="0"/>
                </a:lnTo>
                <a:lnTo>
                  <a:pt x="2500132" y="4027990"/>
                </a:lnTo>
                <a:lnTo>
                  <a:pt x="0" y="4027990"/>
                </a:lnTo>
                <a:close/>
              </a:path>
            </a:pathLst>
          </a:custGeom>
          <a:ln w="6350">
            <a:solidFill>
              <a:schemeClr val="accent2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7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9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0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1" name="文本占位符 6"/>
          <p:cNvSpPr>
            <a:spLocks noGrp="1"/>
          </p:cNvSpPr>
          <p:nvPr>
            <p:ph type="body" sz="quarter" idx="21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3D597F-66C0-BD62-0ED0-37BA8480D949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3349CB-B287-CC96-A790-8862E22556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/>
          <p:cNvSpPr/>
          <p:nvPr userDrawn="1"/>
        </p:nvSpPr>
        <p:spPr>
          <a:xfrm flipH="1">
            <a:off x="0" y="3753288"/>
            <a:ext cx="12192000" cy="2783710"/>
          </a:xfrm>
          <a:custGeom>
            <a:avLst/>
            <a:gdLst>
              <a:gd name="connsiteX0" fmla="*/ 12192000 w 12192000"/>
              <a:gd name="connsiteY0" fmla="*/ 0 h 1730415"/>
              <a:gd name="connsiteX1" fmla="*/ 6096000 w 12192000"/>
              <a:gd name="connsiteY1" fmla="*/ 115747 h 1730415"/>
              <a:gd name="connsiteX2" fmla="*/ 0 w 12192000"/>
              <a:gd name="connsiteY2" fmla="*/ 0 h 1730415"/>
              <a:gd name="connsiteX3" fmla="*/ 0 w 12192000"/>
              <a:gd name="connsiteY3" fmla="*/ 1730415 h 1730415"/>
              <a:gd name="connsiteX4" fmla="*/ 6096000 w 12192000"/>
              <a:gd name="connsiteY4" fmla="*/ 1730415 h 1730415"/>
              <a:gd name="connsiteX5" fmla="*/ 12192000 w 12192000"/>
              <a:gd name="connsiteY5" fmla="*/ 1730415 h 1730415"/>
              <a:gd name="connsiteX0-1" fmla="*/ 12192000 w 12192000"/>
              <a:gd name="connsiteY0-2" fmla="*/ 0 h 1730415"/>
              <a:gd name="connsiteX1-3" fmla="*/ 6096000 w 12192000"/>
              <a:gd name="connsiteY1-4" fmla="*/ 219919 h 1730415"/>
              <a:gd name="connsiteX2-5" fmla="*/ 0 w 12192000"/>
              <a:gd name="connsiteY2-6" fmla="*/ 0 h 1730415"/>
              <a:gd name="connsiteX3-7" fmla="*/ 0 w 12192000"/>
              <a:gd name="connsiteY3-8" fmla="*/ 1730415 h 1730415"/>
              <a:gd name="connsiteX4-9" fmla="*/ 6096000 w 12192000"/>
              <a:gd name="connsiteY4-10" fmla="*/ 1730415 h 1730415"/>
              <a:gd name="connsiteX5-11" fmla="*/ 12192000 w 12192000"/>
              <a:gd name="connsiteY5-12" fmla="*/ 1730415 h 1730415"/>
              <a:gd name="connsiteX6" fmla="*/ 12192000 w 12192000"/>
              <a:gd name="connsiteY6" fmla="*/ 0 h 1730415"/>
              <a:gd name="connsiteX0-13" fmla="*/ 12192000 w 12192000"/>
              <a:gd name="connsiteY0-14" fmla="*/ 0 h 1730415"/>
              <a:gd name="connsiteX1-15" fmla="*/ 6096000 w 12192000"/>
              <a:gd name="connsiteY1-16" fmla="*/ 219919 h 1730415"/>
              <a:gd name="connsiteX2-17" fmla="*/ 0 w 12192000"/>
              <a:gd name="connsiteY2-18" fmla="*/ 0 h 1730415"/>
              <a:gd name="connsiteX3-19" fmla="*/ 0 w 12192000"/>
              <a:gd name="connsiteY3-20" fmla="*/ 1730415 h 1730415"/>
              <a:gd name="connsiteX4-21" fmla="*/ 6096000 w 12192000"/>
              <a:gd name="connsiteY4-22" fmla="*/ 1730415 h 1730415"/>
              <a:gd name="connsiteX5-23" fmla="*/ 12192000 w 12192000"/>
              <a:gd name="connsiteY5-24" fmla="*/ 1730415 h 1730415"/>
              <a:gd name="connsiteX6-25" fmla="*/ 12192000 w 12192000"/>
              <a:gd name="connsiteY6-26" fmla="*/ 0 h 1730415"/>
              <a:gd name="connsiteX0-27" fmla="*/ 12192000 w 12192000"/>
              <a:gd name="connsiteY0-28" fmla="*/ 0 h 1730415"/>
              <a:gd name="connsiteX1-29" fmla="*/ 6096000 w 12192000"/>
              <a:gd name="connsiteY1-30" fmla="*/ 219919 h 1730415"/>
              <a:gd name="connsiteX2-31" fmla="*/ 0 w 12192000"/>
              <a:gd name="connsiteY2-32" fmla="*/ 0 h 1730415"/>
              <a:gd name="connsiteX3-33" fmla="*/ 0 w 12192000"/>
              <a:gd name="connsiteY3-34" fmla="*/ 1730415 h 1730415"/>
              <a:gd name="connsiteX4-35" fmla="*/ 6096000 w 12192000"/>
              <a:gd name="connsiteY4-36" fmla="*/ 1730415 h 1730415"/>
              <a:gd name="connsiteX5-37" fmla="*/ 12192000 w 12192000"/>
              <a:gd name="connsiteY5-38" fmla="*/ 1730415 h 1730415"/>
              <a:gd name="connsiteX6-39" fmla="*/ 12192000 w 12192000"/>
              <a:gd name="connsiteY6-40" fmla="*/ 0 h 1730415"/>
              <a:gd name="connsiteX0-41" fmla="*/ 12192000 w 12192000"/>
              <a:gd name="connsiteY0-42" fmla="*/ 0 h 1730415"/>
              <a:gd name="connsiteX1-43" fmla="*/ 6096000 w 12192000"/>
              <a:gd name="connsiteY1-44" fmla="*/ 428577 h 1730415"/>
              <a:gd name="connsiteX2-45" fmla="*/ 0 w 12192000"/>
              <a:gd name="connsiteY2-46" fmla="*/ 0 h 1730415"/>
              <a:gd name="connsiteX3-47" fmla="*/ 0 w 12192000"/>
              <a:gd name="connsiteY3-48" fmla="*/ 1730415 h 1730415"/>
              <a:gd name="connsiteX4-49" fmla="*/ 6096000 w 12192000"/>
              <a:gd name="connsiteY4-50" fmla="*/ 1730415 h 1730415"/>
              <a:gd name="connsiteX5-51" fmla="*/ 12192000 w 12192000"/>
              <a:gd name="connsiteY5-52" fmla="*/ 1730415 h 1730415"/>
              <a:gd name="connsiteX6-53" fmla="*/ 12192000 w 12192000"/>
              <a:gd name="connsiteY6-54" fmla="*/ 0 h 1730415"/>
              <a:gd name="connsiteX0-55" fmla="*/ 12192000 w 12192000"/>
              <a:gd name="connsiteY0-56" fmla="*/ 0 h 1730415"/>
              <a:gd name="connsiteX1-57" fmla="*/ 6096000 w 12192000"/>
              <a:gd name="connsiteY1-58" fmla="*/ 428577 h 1730415"/>
              <a:gd name="connsiteX2-59" fmla="*/ 0 w 12192000"/>
              <a:gd name="connsiteY2-60" fmla="*/ 0 h 1730415"/>
              <a:gd name="connsiteX3-61" fmla="*/ 0 w 12192000"/>
              <a:gd name="connsiteY3-62" fmla="*/ 1730415 h 1730415"/>
              <a:gd name="connsiteX4-63" fmla="*/ 6096000 w 12192000"/>
              <a:gd name="connsiteY4-64" fmla="*/ 1730415 h 1730415"/>
              <a:gd name="connsiteX5-65" fmla="*/ 12192000 w 12192000"/>
              <a:gd name="connsiteY5-66" fmla="*/ 1730415 h 1730415"/>
              <a:gd name="connsiteX6-67" fmla="*/ 12192000 w 12192000"/>
              <a:gd name="connsiteY6-68" fmla="*/ 0 h 1730415"/>
              <a:gd name="connsiteX0-69" fmla="*/ 12192000 w 12192000"/>
              <a:gd name="connsiteY0-70" fmla="*/ 0 h 1730415"/>
              <a:gd name="connsiteX1-71" fmla="*/ 6096000 w 12192000"/>
              <a:gd name="connsiteY1-72" fmla="*/ 428577 h 1730415"/>
              <a:gd name="connsiteX2-73" fmla="*/ 0 w 12192000"/>
              <a:gd name="connsiteY2-74" fmla="*/ 0 h 1730415"/>
              <a:gd name="connsiteX3-75" fmla="*/ 0 w 12192000"/>
              <a:gd name="connsiteY3-76" fmla="*/ 1730415 h 1730415"/>
              <a:gd name="connsiteX4-77" fmla="*/ 6096000 w 12192000"/>
              <a:gd name="connsiteY4-78" fmla="*/ 1730415 h 1730415"/>
              <a:gd name="connsiteX5-79" fmla="*/ 12192000 w 12192000"/>
              <a:gd name="connsiteY5-80" fmla="*/ 1730415 h 1730415"/>
              <a:gd name="connsiteX6-81" fmla="*/ 12192000 w 12192000"/>
              <a:gd name="connsiteY6-82" fmla="*/ 0 h 17304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12192000" h="1730415">
                <a:moveTo>
                  <a:pt x="12192000" y="0"/>
                </a:moveTo>
                <a:cubicBezTo>
                  <a:pt x="10599838" y="191556"/>
                  <a:pt x="8139575" y="436294"/>
                  <a:pt x="6096000" y="428577"/>
                </a:cubicBezTo>
                <a:cubicBezTo>
                  <a:pt x="4052425" y="436294"/>
                  <a:pt x="1464841" y="174350"/>
                  <a:pt x="0" y="0"/>
                </a:cubicBezTo>
                <a:lnTo>
                  <a:pt x="0" y="1730415"/>
                </a:lnTo>
                <a:lnTo>
                  <a:pt x="6096000" y="1730415"/>
                </a:lnTo>
                <a:lnTo>
                  <a:pt x="12192000" y="1730415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/>
          <p:cNvSpPr/>
          <p:nvPr userDrawn="1"/>
        </p:nvSpPr>
        <p:spPr>
          <a:xfrm flipH="1">
            <a:off x="0" y="4074290"/>
            <a:ext cx="12192000" cy="2783710"/>
          </a:xfrm>
          <a:custGeom>
            <a:avLst/>
            <a:gdLst>
              <a:gd name="connsiteX0" fmla="*/ 12192000 w 12192000"/>
              <a:gd name="connsiteY0" fmla="*/ 0 h 1730415"/>
              <a:gd name="connsiteX1" fmla="*/ 6096000 w 12192000"/>
              <a:gd name="connsiteY1" fmla="*/ 115747 h 1730415"/>
              <a:gd name="connsiteX2" fmla="*/ 0 w 12192000"/>
              <a:gd name="connsiteY2" fmla="*/ 0 h 1730415"/>
              <a:gd name="connsiteX3" fmla="*/ 0 w 12192000"/>
              <a:gd name="connsiteY3" fmla="*/ 1730415 h 1730415"/>
              <a:gd name="connsiteX4" fmla="*/ 6096000 w 12192000"/>
              <a:gd name="connsiteY4" fmla="*/ 1730415 h 1730415"/>
              <a:gd name="connsiteX5" fmla="*/ 12192000 w 12192000"/>
              <a:gd name="connsiteY5" fmla="*/ 1730415 h 1730415"/>
              <a:gd name="connsiteX0-1" fmla="*/ 12192000 w 12192000"/>
              <a:gd name="connsiteY0-2" fmla="*/ 0 h 1730415"/>
              <a:gd name="connsiteX1-3" fmla="*/ 6096000 w 12192000"/>
              <a:gd name="connsiteY1-4" fmla="*/ 219919 h 1730415"/>
              <a:gd name="connsiteX2-5" fmla="*/ 0 w 12192000"/>
              <a:gd name="connsiteY2-6" fmla="*/ 0 h 1730415"/>
              <a:gd name="connsiteX3-7" fmla="*/ 0 w 12192000"/>
              <a:gd name="connsiteY3-8" fmla="*/ 1730415 h 1730415"/>
              <a:gd name="connsiteX4-9" fmla="*/ 6096000 w 12192000"/>
              <a:gd name="connsiteY4-10" fmla="*/ 1730415 h 1730415"/>
              <a:gd name="connsiteX5-11" fmla="*/ 12192000 w 12192000"/>
              <a:gd name="connsiteY5-12" fmla="*/ 1730415 h 1730415"/>
              <a:gd name="connsiteX6" fmla="*/ 12192000 w 12192000"/>
              <a:gd name="connsiteY6" fmla="*/ 0 h 1730415"/>
              <a:gd name="connsiteX0-13" fmla="*/ 12192000 w 12192000"/>
              <a:gd name="connsiteY0-14" fmla="*/ 0 h 1730415"/>
              <a:gd name="connsiteX1-15" fmla="*/ 6096000 w 12192000"/>
              <a:gd name="connsiteY1-16" fmla="*/ 219919 h 1730415"/>
              <a:gd name="connsiteX2-17" fmla="*/ 0 w 12192000"/>
              <a:gd name="connsiteY2-18" fmla="*/ 0 h 1730415"/>
              <a:gd name="connsiteX3-19" fmla="*/ 0 w 12192000"/>
              <a:gd name="connsiteY3-20" fmla="*/ 1730415 h 1730415"/>
              <a:gd name="connsiteX4-21" fmla="*/ 6096000 w 12192000"/>
              <a:gd name="connsiteY4-22" fmla="*/ 1730415 h 1730415"/>
              <a:gd name="connsiteX5-23" fmla="*/ 12192000 w 12192000"/>
              <a:gd name="connsiteY5-24" fmla="*/ 1730415 h 1730415"/>
              <a:gd name="connsiteX6-25" fmla="*/ 12192000 w 12192000"/>
              <a:gd name="connsiteY6-26" fmla="*/ 0 h 1730415"/>
              <a:gd name="connsiteX0-27" fmla="*/ 12192000 w 12192000"/>
              <a:gd name="connsiteY0-28" fmla="*/ 0 h 1730415"/>
              <a:gd name="connsiteX1-29" fmla="*/ 6096000 w 12192000"/>
              <a:gd name="connsiteY1-30" fmla="*/ 219919 h 1730415"/>
              <a:gd name="connsiteX2-31" fmla="*/ 0 w 12192000"/>
              <a:gd name="connsiteY2-32" fmla="*/ 0 h 1730415"/>
              <a:gd name="connsiteX3-33" fmla="*/ 0 w 12192000"/>
              <a:gd name="connsiteY3-34" fmla="*/ 1730415 h 1730415"/>
              <a:gd name="connsiteX4-35" fmla="*/ 6096000 w 12192000"/>
              <a:gd name="connsiteY4-36" fmla="*/ 1730415 h 1730415"/>
              <a:gd name="connsiteX5-37" fmla="*/ 12192000 w 12192000"/>
              <a:gd name="connsiteY5-38" fmla="*/ 1730415 h 1730415"/>
              <a:gd name="connsiteX6-39" fmla="*/ 12192000 w 12192000"/>
              <a:gd name="connsiteY6-40" fmla="*/ 0 h 17304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25" y="connsiteY6-26"/>
              </a:cxn>
            </a:cxnLst>
            <a:rect l="l" t="t" r="r" b="b"/>
            <a:pathLst>
              <a:path w="12192000" h="1730415">
                <a:moveTo>
                  <a:pt x="12192000" y="0"/>
                </a:moveTo>
                <a:cubicBezTo>
                  <a:pt x="10460941" y="119605"/>
                  <a:pt x="8139575" y="227636"/>
                  <a:pt x="6096000" y="219919"/>
                </a:cubicBezTo>
                <a:cubicBezTo>
                  <a:pt x="4052425" y="227636"/>
                  <a:pt x="1869955" y="131179"/>
                  <a:pt x="0" y="0"/>
                </a:cubicBezTo>
                <a:lnTo>
                  <a:pt x="0" y="1730415"/>
                </a:lnTo>
                <a:lnTo>
                  <a:pt x="6096000" y="1730415"/>
                </a:lnTo>
                <a:lnTo>
                  <a:pt x="12192000" y="1730415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1261234" y="2060549"/>
            <a:ext cx="2437220" cy="2503026"/>
          </a:xfrm>
          <a:custGeom>
            <a:avLst/>
            <a:gdLst>
              <a:gd name="connsiteX0" fmla="*/ 0 w 2476982"/>
              <a:gd name="connsiteY0" fmla="*/ 0 h 3313253"/>
              <a:gd name="connsiteX1" fmla="*/ 2476982 w 2476982"/>
              <a:gd name="connsiteY1" fmla="*/ 0 h 3313253"/>
              <a:gd name="connsiteX2" fmla="*/ 2476982 w 2476982"/>
              <a:gd name="connsiteY2" fmla="*/ 3313253 h 3313253"/>
              <a:gd name="connsiteX3" fmla="*/ 0 w 2476982"/>
              <a:gd name="connsiteY3" fmla="*/ 3313253 h 331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6982" h="3313253">
                <a:moveTo>
                  <a:pt x="0" y="0"/>
                </a:moveTo>
                <a:lnTo>
                  <a:pt x="2476982" y="0"/>
                </a:lnTo>
                <a:lnTo>
                  <a:pt x="2476982" y="3313253"/>
                </a:lnTo>
                <a:lnTo>
                  <a:pt x="0" y="3313253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177800" dist="38100" algn="l" rotWithShape="0">
              <a:prstClr val="black">
                <a:alpha val="20000"/>
              </a:prstClr>
            </a:outerShdw>
          </a:effectLst>
          <a:scene3d>
            <a:camera prst="perspectiveLef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1" name="图片占位符 60"/>
          <p:cNvSpPr>
            <a:spLocks noGrp="1"/>
          </p:cNvSpPr>
          <p:nvPr>
            <p:ph type="pic" sz="quarter" idx="14"/>
          </p:nvPr>
        </p:nvSpPr>
        <p:spPr>
          <a:xfrm>
            <a:off x="8525095" y="2060549"/>
            <a:ext cx="2437220" cy="2503026"/>
          </a:xfrm>
          <a:custGeom>
            <a:avLst/>
            <a:gdLst>
              <a:gd name="connsiteX0" fmla="*/ 0 w 2476982"/>
              <a:gd name="connsiteY0" fmla="*/ 0 h 3313253"/>
              <a:gd name="connsiteX1" fmla="*/ 2476982 w 2476982"/>
              <a:gd name="connsiteY1" fmla="*/ 0 h 3313253"/>
              <a:gd name="connsiteX2" fmla="*/ 2476982 w 2476982"/>
              <a:gd name="connsiteY2" fmla="*/ 3313253 h 3313253"/>
              <a:gd name="connsiteX3" fmla="*/ 0 w 2476982"/>
              <a:gd name="connsiteY3" fmla="*/ 3313253 h 3313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6982" h="3313253">
                <a:moveTo>
                  <a:pt x="0" y="0"/>
                </a:moveTo>
                <a:lnTo>
                  <a:pt x="2476982" y="0"/>
                </a:lnTo>
                <a:lnTo>
                  <a:pt x="2476982" y="3313253"/>
                </a:lnTo>
                <a:lnTo>
                  <a:pt x="0" y="3313253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127000" dist="38100" dir="10800000" algn="r" rotWithShape="0">
              <a:prstClr val="black">
                <a:alpha val="20000"/>
              </a:prstClr>
            </a:outerShdw>
          </a:effectLst>
          <a:scene3d>
            <a:camera prst="perspectiveRight"/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15"/>
          </p:nvPr>
        </p:nvSpPr>
        <p:spPr>
          <a:xfrm>
            <a:off x="4870735" y="2000995"/>
            <a:ext cx="2553198" cy="2622134"/>
          </a:xfrm>
          <a:custGeom>
            <a:avLst/>
            <a:gdLst>
              <a:gd name="connsiteX0" fmla="*/ 0 w 2594851"/>
              <a:gd name="connsiteY0" fmla="*/ 0 h 3470916"/>
              <a:gd name="connsiteX1" fmla="*/ 2594851 w 2594851"/>
              <a:gd name="connsiteY1" fmla="*/ 0 h 3470916"/>
              <a:gd name="connsiteX2" fmla="*/ 2594851 w 2594851"/>
              <a:gd name="connsiteY2" fmla="*/ 3470916 h 3470916"/>
              <a:gd name="connsiteX3" fmla="*/ 0 w 2594851"/>
              <a:gd name="connsiteY3" fmla="*/ 3470916 h 3470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4851" h="3470916">
                <a:moveTo>
                  <a:pt x="0" y="0"/>
                </a:moveTo>
                <a:lnTo>
                  <a:pt x="2594851" y="0"/>
                </a:lnTo>
                <a:lnTo>
                  <a:pt x="2594851" y="3470916"/>
                </a:lnTo>
                <a:lnTo>
                  <a:pt x="0" y="3470916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7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8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9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10064400" y="87340"/>
            <a:ext cx="198536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0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2906F9-5495-5089-D967-38340E425E46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EFE1A4-4061-5E95-D459-8763780A50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0" y="3726208"/>
            <a:ext cx="12192000" cy="30036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-24935" y="569008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" name="矩形 52"/>
          <p:cNvSpPr/>
          <p:nvPr userDrawn="1"/>
        </p:nvSpPr>
        <p:spPr>
          <a:xfrm>
            <a:off x="0" y="3854368"/>
            <a:ext cx="12192000" cy="30036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图片占位符 61"/>
          <p:cNvSpPr>
            <a:spLocks noGrp="1"/>
          </p:cNvSpPr>
          <p:nvPr>
            <p:ph type="pic" sz="quarter" idx="14"/>
          </p:nvPr>
        </p:nvSpPr>
        <p:spPr>
          <a:xfrm>
            <a:off x="7245460" y="1855886"/>
            <a:ext cx="3407400" cy="2210766"/>
          </a:xfrm>
          <a:custGeom>
            <a:avLst/>
            <a:gdLst>
              <a:gd name="connsiteX0" fmla="*/ 0 w 2963119"/>
              <a:gd name="connsiteY0" fmla="*/ 0 h 2419109"/>
              <a:gd name="connsiteX1" fmla="*/ 2963119 w 2963119"/>
              <a:gd name="connsiteY1" fmla="*/ 0 h 2419109"/>
              <a:gd name="connsiteX2" fmla="*/ 2963119 w 2963119"/>
              <a:gd name="connsiteY2" fmla="*/ 2419109 h 2419109"/>
              <a:gd name="connsiteX3" fmla="*/ 0 w 2963119"/>
              <a:gd name="connsiteY3" fmla="*/ 2419109 h 241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119" h="2419109">
                <a:moveTo>
                  <a:pt x="0" y="0"/>
                </a:moveTo>
                <a:lnTo>
                  <a:pt x="2963119" y="0"/>
                </a:lnTo>
                <a:lnTo>
                  <a:pt x="2963119" y="2419109"/>
                </a:lnTo>
                <a:lnTo>
                  <a:pt x="0" y="2419109"/>
                </a:lnTo>
                <a:close/>
              </a:path>
            </a:pathLst>
          </a:custGeom>
          <a:ln w="12700">
            <a:solidFill>
              <a:schemeClr val="bg1"/>
            </a:solidFill>
          </a:ln>
          <a:effectLst>
            <a:outerShdw blurRad="203200" dist="38100" dir="18900000" algn="bl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3"/>
          </p:nvPr>
        </p:nvSpPr>
        <p:spPr>
          <a:xfrm>
            <a:off x="1539142" y="1855885"/>
            <a:ext cx="3407400" cy="2210766"/>
          </a:xfrm>
          <a:custGeom>
            <a:avLst/>
            <a:gdLst>
              <a:gd name="connsiteX0" fmla="*/ 0 w 2963119"/>
              <a:gd name="connsiteY0" fmla="*/ 0 h 2419109"/>
              <a:gd name="connsiteX1" fmla="*/ 2963119 w 2963119"/>
              <a:gd name="connsiteY1" fmla="*/ 0 h 2419109"/>
              <a:gd name="connsiteX2" fmla="*/ 2963119 w 2963119"/>
              <a:gd name="connsiteY2" fmla="*/ 2419109 h 2419109"/>
              <a:gd name="connsiteX3" fmla="*/ 0 w 2963119"/>
              <a:gd name="connsiteY3" fmla="*/ 2419109 h 241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119" h="2419109">
                <a:moveTo>
                  <a:pt x="0" y="0"/>
                </a:moveTo>
                <a:lnTo>
                  <a:pt x="2963119" y="0"/>
                </a:lnTo>
                <a:lnTo>
                  <a:pt x="2963119" y="2419109"/>
                </a:lnTo>
                <a:lnTo>
                  <a:pt x="0" y="2419109"/>
                </a:lnTo>
                <a:close/>
              </a:path>
            </a:pathLst>
          </a:custGeom>
          <a:ln w="12700">
            <a:solidFill>
              <a:schemeClr val="bg1"/>
            </a:solidFill>
          </a:ln>
          <a:effectLst>
            <a:outerShdw blurRad="203200" dist="38100" dir="18900000" algn="bl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1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2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3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4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5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0159D4-6E56-31DC-71B5-8FFF098D97BB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C1207C-A1EC-3CF5-53F7-D4B9C5BF11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3036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25EB25-CC07-5E9D-69CD-05782B952CE0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35163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1018572" y="2305298"/>
            <a:ext cx="10154856" cy="280139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1018572" y="2418950"/>
            <a:ext cx="10154856" cy="2801394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921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半闭框 54"/>
          <p:cNvSpPr/>
          <p:nvPr userDrawn="1"/>
        </p:nvSpPr>
        <p:spPr>
          <a:xfrm rot="5400000">
            <a:off x="10259028" y="2305298"/>
            <a:ext cx="914400" cy="914400"/>
          </a:xfrm>
          <a:prstGeom prst="halfFrame">
            <a:avLst>
              <a:gd name="adj1" fmla="val 18000"/>
              <a:gd name="adj2" fmla="val 19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半闭框 56"/>
          <p:cNvSpPr/>
          <p:nvPr userDrawn="1"/>
        </p:nvSpPr>
        <p:spPr>
          <a:xfrm rot="16200000">
            <a:off x="1018572" y="4323148"/>
            <a:ext cx="914400" cy="914400"/>
          </a:xfrm>
          <a:prstGeom prst="halfFrame">
            <a:avLst>
              <a:gd name="adj1" fmla="val 18000"/>
              <a:gd name="adj2" fmla="val 19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图片占位符 57"/>
          <p:cNvSpPr>
            <a:spLocks noGrp="1"/>
          </p:cNvSpPr>
          <p:nvPr>
            <p:ph type="pic" sz="quarter" idx="13"/>
          </p:nvPr>
        </p:nvSpPr>
        <p:spPr>
          <a:xfrm>
            <a:off x="1400538" y="1875100"/>
            <a:ext cx="3067291" cy="3750197"/>
          </a:xfrm>
          <a:custGeom>
            <a:avLst/>
            <a:gdLst>
              <a:gd name="connsiteX0" fmla="*/ 0 w 3067291"/>
              <a:gd name="connsiteY0" fmla="*/ 0 h 3750197"/>
              <a:gd name="connsiteX1" fmla="*/ 3067291 w 3067291"/>
              <a:gd name="connsiteY1" fmla="*/ 0 h 3750197"/>
              <a:gd name="connsiteX2" fmla="*/ 3067291 w 3067291"/>
              <a:gd name="connsiteY2" fmla="*/ 3750197 h 3750197"/>
              <a:gd name="connsiteX3" fmla="*/ 0 w 3067291"/>
              <a:gd name="connsiteY3" fmla="*/ 3750197 h 3750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7291" h="3750197">
                <a:moveTo>
                  <a:pt x="0" y="0"/>
                </a:moveTo>
                <a:lnTo>
                  <a:pt x="3067291" y="0"/>
                </a:lnTo>
                <a:lnTo>
                  <a:pt x="3067291" y="3750197"/>
                </a:lnTo>
                <a:lnTo>
                  <a:pt x="0" y="3750197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6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7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8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9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6B67F72-B5AD-31E6-FA34-CA21757BAFB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六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任意多边形: 形状 77"/>
          <p:cNvSpPr/>
          <p:nvPr userDrawn="1"/>
        </p:nvSpPr>
        <p:spPr>
          <a:xfrm>
            <a:off x="0" y="4328452"/>
            <a:ext cx="12192000" cy="2529548"/>
          </a:xfrm>
          <a:custGeom>
            <a:avLst/>
            <a:gdLst>
              <a:gd name="connsiteX0" fmla="*/ 6096000 w 12192000"/>
              <a:gd name="connsiteY0" fmla="*/ 0 h 2529548"/>
              <a:gd name="connsiteX1" fmla="*/ 12136682 w 12192000"/>
              <a:gd name="connsiteY1" fmla="*/ 669550 h 2529548"/>
              <a:gd name="connsiteX2" fmla="*/ 12192000 w 12192000"/>
              <a:gd name="connsiteY2" fmla="*/ 686936 h 2529548"/>
              <a:gd name="connsiteX3" fmla="*/ 12192000 w 12192000"/>
              <a:gd name="connsiteY3" fmla="*/ 2529548 h 2529548"/>
              <a:gd name="connsiteX4" fmla="*/ 0 w 12192000"/>
              <a:gd name="connsiteY4" fmla="*/ 2529548 h 2529548"/>
              <a:gd name="connsiteX5" fmla="*/ 0 w 12192000"/>
              <a:gd name="connsiteY5" fmla="*/ 686936 h 2529548"/>
              <a:gd name="connsiteX6" fmla="*/ 55319 w 12192000"/>
              <a:gd name="connsiteY6" fmla="*/ 669550 h 2529548"/>
              <a:gd name="connsiteX7" fmla="*/ 6096000 w 12192000"/>
              <a:gd name="connsiteY7" fmla="*/ 0 h 252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529548">
                <a:moveTo>
                  <a:pt x="6096000" y="0"/>
                </a:moveTo>
                <a:cubicBezTo>
                  <a:pt x="8527935" y="0"/>
                  <a:pt x="10700860" y="260639"/>
                  <a:pt x="12136682" y="669550"/>
                </a:cubicBezTo>
                <a:lnTo>
                  <a:pt x="12192000" y="686936"/>
                </a:lnTo>
                <a:lnTo>
                  <a:pt x="12192000" y="2529548"/>
                </a:lnTo>
                <a:lnTo>
                  <a:pt x="0" y="2529548"/>
                </a:lnTo>
                <a:lnTo>
                  <a:pt x="0" y="686936"/>
                </a:lnTo>
                <a:lnTo>
                  <a:pt x="55319" y="669550"/>
                </a:lnTo>
                <a:cubicBezTo>
                  <a:pt x="1491140" y="260639"/>
                  <a:pt x="3664065" y="0"/>
                  <a:pt x="60960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9" name="平行四边形 78"/>
          <p:cNvSpPr/>
          <p:nvPr userDrawn="1"/>
        </p:nvSpPr>
        <p:spPr>
          <a:xfrm>
            <a:off x="1610623" y="1647185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>
            <a:outerShdw blurRad="152400" dist="38100" dir="189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3599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图片占位符 60"/>
          <p:cNvSpPr>
            <a:spLocks noGrp="1"/>
          </p:cNvSpPr>
          <p:nvPr>
            <p:ph type="pic" sz="quarter" idx="13"/>
          </p:nvPr>
        </p:nvSpPr>
        <p:spPr>
          <a:xfrm>
            <a:off x="585494" y="1760782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80" name="平行四边形 79"/>
          <p:cNvSpPr/>
          <p:nvPr userDrawn="1"/>
        </p:nvSpPr>
        <p:spPr>
          <a:xfrm>
            <a:off x="3233819" y="2789471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14"/>
          </p:nvPr>
        </p:nvSpPr>
        <p:spPr>
          <a:xfrm>
            <a:off x="2245489" y="2886437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1" name="平行四边形 80"/>
          <p:cNvSpPr/>
          <p:nvPr userDrawn="1"/>
        </p:nvSpPr>
        <p:spPr>
          <a:xfrm>
            <a:off x="5218234" y="1641752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>
            <a:outerShdw blurRad="152400" dist="38100" dir="189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图片占位符 66"/>
          <p:cNvSpPr>
            <a:spLocks noGrp="1"/>
          </p:cNvSpPr>
          <p:nvPr>
            <p:ph type="pic" sz="quarter" idx="15"/>
          </p:nvPr>
        </p:nvSpPr>
        <p:spPr>
          <a:xfrm>
            <a:off x="4224759" y="1736203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2" name="平行四边形 81"/>
          <p:cNvSpPr/>
          <p:nvPr userDrawn="1"/>
        </p:nvSpPr>
        <p:spPr>
          <a:xfrm>
            <a:off x="8841110" y="1641752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>
            <a:outerShdw blurRad="152400" dist="38100" dir="189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图片占位符 72"/>
          <p:cNvSpPr>
            <a:spLocks noGrp="1"/>
          </p:cNvSpPr>
          <p:nvPr>
            <p:ph type="pic" sz="quarter" idx="17"/>
          </p:nvPr>
        </p:nvSpPr>
        <p:spPr>
          <a:xfrm>
            <a:off x="7847634" y="1736203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3" name="平行四边形 82"/>
          <p:cNvSpPr/>
          <p:nvPr userDrawn="1"/>
        </p:nvSpPr>
        <p:spPr>
          <a:xfrm>
            <a:off x="6869684" y="2799631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>
            <a:outerShdw blurRad="152400" dist="38100" dir="189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图片占位符 69"/>
          <p:cNvSpPr>
            <a:spLocks noGrp="1"/>
          </p:cNvSpPr>
          <p:nvPr>
            <p:ph type="pic" sz="quarter" idx="16"/>
          </p:nvPr>
        </p:nvSpPr>
        <p:spPr>
          <a:xfrm>
            <a:off x="5883798" y="2898011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4" name="平行四边形 83"/>
          <p:cNvSpPr/>
          <p:nvPr userDrawn="1"/>
        </p:nvSpPr>
        <p:spPr>
          <a:xfrm>
            <a:off x="10466581" y="2789471"/>
            <a:ext cx="1216152" cy="1067957"/>
          </a:xfrm>
          <a:prstGeom prst="parallelogram">
            <a:avLst>
              <a:gd name="adj" fmla="val 14287"/>
            </a:avLst>
          </a:prstGeom>
          <a:solidFill>
            <a:schemeClr val="accent2"/>
          </a:solidFill>
          <a:ln>
            <a:noFill/>
          </a:ln>
          <a:effectLst>
            <a:outerShdw blurRad="152400" dist="38100" dir="189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图片占位符 75"/>
          <p:cNvSpPr>
            <a:spLocks noGrp="1"/>
          </p:cNvSpPr>
          <p:nvPr>
            <p:ph type="pic" sz="quarter" idx="18"/>
          </p:nvPr>
        </p:nvSpPr>
        <p:spPr>
          <a:xfrm>
            <a:off x="9483524" y="2898012"/>
            <a:ext cx="2095018" cy="3159889"/>
          </a:xfrm>
          <a:custGeom>
            <a:avLst/>
            <a:gdLst>
              <a:gd name="connsiteX0" fmla="*/ 442740 w 2095018"/>
              <a:gd name="connsiteY0" fmla="*/ 0 h 3159889"/>
              <a:gd name="connsiteX1" fmla="*/ 2095018 w 2095018"/>
              <a:gd name="connsiteY1" fmla="*/ 0 h 3159889"/>
              <a:gd name="connsiteX2" fmla="*/ 1652278 w 2095018"/>
              <a:gd name="connsiteY2" fmla="*/ 3159889 h 3159889"/>
              <a:gd name="connsiteX3" fmla="*/ 0 w 2095018"/>
              <a:gd name="connsiteY3" fmla="*/ 3159889 h 3159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95018" h="3159889">
                <a:moveTo>
                  <a:pt x="442740" y="0"/>
                </a:moveTo>
                <a:lnTo>
                  <a:pt x="2095018" y="0"/>
                </a:lnTo>
                <a:lnTo>
                  <a:pt x="1652278" y="3159889"/>
                </a:lnTo>
                <a:lnTo>
                  <a:pt x="0" y="3159889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86" name="直接连接符 85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5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7" name="文本占位符 6"/>
          <p:cNvSpPr>
            <a:spLocks noGrp="1"/>
          </p:cNvSpPr>
          <p:nvPr>
            <p:ph type="body" sz="quarter" idx="21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7" name="文本占位符 6"/>
          <p:cNvSpPr>
            <a:spLocks noGrp="1"/>
          </p:cNvSpPr>
          <p:nvPr>
            <p:ph type="body" sz="quarter" idx="22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8" name="文本占位符 6"/>
          <p:cNvSpPr>
            <a:spLocks noGrp="1"/>
          </p:cNvSpPr>
          <p:nvPr>
            <p:ph type="body" sz="quarter" idx="23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360880-E2D0-3F26-3453-1E55466045A8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bg1"/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bg1"/>
                </a:solidFill>
                <a:latin typeface="+mn-ea"/>
                <a:ea typeface="+mn-ea"/>
              </a:rPr>
              <a:t>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DC22F84-43BB-3B16-8CFD-9C803DD9C9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6A4070-A839-DA83-3D8B-F76073813459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0" y="544155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6290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星形: 六角 61"/>
          <p:cNvSpPr/>
          <p:nvPr userDrawn="1"/>
        </p:nvSpPr>
        <p:spPr>
          <a:xfrm>
            <a:off x="1323340" y="2356712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星形: 六角 65"/>
          <p:cNvSpPr/>
          <p:nvPr userDrawn="1"/>
        </p:nvSpPr>
        <p:spPr>
          <a:xfrm>
            <a:off x="1323340" y="2116041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13"/>
          </p:nvPr>
        </p:nvSpPr>
        <p:spPr>
          <a:xfrm>
            <a:off x="1323340" y="2236643"/>
            <a:ext cx="1408494" cy="1405000"/>
          </a:xfrm>
          <a:custGeom>
            <a:avLst/>
            <a:gdLst>
              <a:gd name="connsiteX0" fmla="*/ 704247 w 1408494"/>
              <a:gd name="connsiteY0" fmla="*/ 0 h 1405000"/>
              <a:gd name="connsiteX1" fmla="*/ 1056371 w 1408494"/>
              <a:gd name="connsiteY1" fmla="*/ 174314 h 1405000"/>
              <a:gd name="connsiteX2" fmla="*/ 1406747 w 1408494"/>
              <a:gd name="connsiteY2" fmla="*/ 351250 h 1405000"/>
              <a:gd name="connsiteX3" fmla="*/ 1408494 w 1408494"/>
              <a:gd name="connsiteY3" fmla="*/ 702500 h 1405000"/>
              <a:gd name="connsiteX4" fmla="*/ 1406747 w 1408494"/>
              <a:gd name="connsiteY4" fmla="*/ 1053750 h 1405000"/>
              <a:gd name="connsiteX5" fmla="*/ 1056371 w 1408494"/>
              <a:gd name="connsiteY5" fmla="*/ 1230686 h 1405000"/>
              <a:gd name="connsiteX6" fmla="*/ 704247 w 1408494"/>
              <a:gd name="connsiteY6" fmla="*/ 1405000 h 1405000"/>
              <a:gd name="connsiteX7" fmla="*/ 352123 w 1408494"/>
              <a:gd name="connsiteY7" fmla="*/ 1230686 h 1405000"/>
              <a:gd name="connsiteX8" fmla="*/ 1747 w 1408494"/>
              <a:gd name="connsiteY8" fmla="*/ 1053750 h 1405000"/>
              <a:gd name="connsiteX9" fmla="*/ 0 w 1408494"/>
              <a:gd name="connsiteY9" fmla="*/ 702500 h 1405000"/>
              <a:gd name="connsiteX10" fmla="*/ 1747 w 1408494"/>
              <a:gd name="connsiteY10" fmla="*/ 351250 h 1405000"/>
              <a:gd name="connsiteX11" fmla="*/ 352123 w 1408494"/>
              <a:gd name="connsiteY11" fmla="*/ 174314 h 1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08494" h="1405000">
                <a:moveTo>
                  <a:pt x="704247" y="0"/>
                </a:moveTo>
                <a:lnTo>
                  <a:pt x="1056371" y="174314"/>
                </a:lnTo>
                <a:lnTo>
                  <a:pt x="1406747" y="351250"/>
                </a:lnTo>
                <a:cubicBezTo>
                  <a:pt x="1407329" y="468333"/>
                  <a:pt x="1407912" y="585417"/>
                  <a:pt x="1408494" y="702500"/>
                </a:cubicBezTo>
                <a:cubicBezTo>
                  <a:pt x="1407912" y="819583"/>
                  <a:pt x="1407329" y="936667"/>
                  <a:pt x="1406747" y="1053750"/>
                </a:cubicBezTo>
                <a:lnTo>
                  <a:pt x="1056371" y="1230686"/>
                </a:lnTo>
                <a:lnTo>
                  <a:pt x="704247" y="1405000"/>
                </a:lnTo>
                <a:lnTo>
                  <a:pt x="352123" y="1230686"/>
                </a:lnTo>
                <a:lnTo>
                  <a:pt x="1747" y="1053750"/>
                </a:lnTo>
                <a:cubicBezTo>
                  <a:pt x="1165" y="936667"/>
                  <a:pt x="582" y="819583"/>
                  <a:pt x="0" y="702500"/>
                </a:cubicBezTo>
                <a:cubicBezTo>
                  <a:pt x="582" y="585417"/>
                  <a:pt x="1165" y="468333"/>
                  <a:pt x="1747" y="351250"/>
                </a:cubicBezTo>
                <a:lnTo>
                  <a:pt x="352123" y="174314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76" name="星形: 六角 75"/>
          <p:cNvSpPr/>
          <p:nvPr userDrawn="1"/>
        </p:nvSpPr>
        <p:spPr>
          <a:xfrm>
            <a:off x="4005580" y="2356712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星形: 六角 76"/>
          <p:cNvSpPr/>
          <p:nvPr userDrawn="1"/>
        </p:nvSpPr>
        <p:spPr>
          <a:xfrm>
            <a:off x="4005580" y="2116041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图片占位符 77"/>
          <p:cNvSpPr>
            <a:spLocks noGrp="1"/>
          </p:cNvSpPr>
          <p:nvPr>
            <p:ph type="pic" sz="quarter" idx="14"/>
          </p:nvPr>
        </p:nvSpPr>
        <p:spPr>
          <a:xfrm>
            <a:off x="4005580" y="2236643"/>
            <a:ext cx="1408494" cy="1405000"/>
          </a:xfrm>
          <a:custGeom>
            <a:avLst/>
            <a:gdLst>
              <a:gd name="connsiteX0" fmla="*/ 704247 w 1408494"/>
              <a:gd name="connsiteY0" fmla="*/ 0 h 1405000"/>
              <a:gd name="connsiteX1" fmla="*/ 1056371 w 1408494"/>
              <a:gd name="connsiteY1" fmla="*/ 174314 h 1405000"/>
              <a:gd name="connsiteX2" fmla="*/ 1406747 w 1408494"/>
              <a:gd name="connsiteY2" fmla="*/ 351250 h 1405000"/>
              <a:gd name="connsiteX3" fmla="*/ 1408494 w 1408494"/>
              <a:gd name="connsiteY3" fmla="*/ 702500 h 1405000"/>
              <a:gd name="connsiteX4" fmla="*/ 1406747 w 1408494"/>
              <a:gd name="connsiteY4" fmla="*/ 1053750 h 1405000"/>
              <a:gd name="connsiteX5" fmla="*/ 1056371 w 1408494"/>
              <a:gd name="connsiteY5" fmla="*/ 1230686 h 1405000"/>
              <a:gd name="connsiteX6" fmla="*/ 704247 w 1408494"/>
              <a:gd name="connsiteY6" fmla="*/ 1405000 h 1405000"/>
              <a:gd name="connsiteX7" fmla="*/ 352123 w 1408494"/>
              <a:gd name="connsiteY7" fmla="*/ 1230686 h 1405000"/>
              <a:gd name="connsiteX8" fmla="*/ 1747 w 1408494"/>
              <a:gd name="connsiteY8" fmla="*/ 1053750 h 1405000"/>
              <a:gd name="connsiteX9" fmla="*/ 0 w 1408494"/>
              <a:gd name="connsiteY9" fmla="*/ 702500 h 1405000"/>
              <a:gd name="connsiteX10" fmla="*/ 1747 w 1408494"/>
              <a:gd name="connsiteY10" fmla="*/ 351250 h 1405000"/>
              <a:gd name="connsiteX11" fmla="*/ 352123 w 1408494"/>
              <a:gd name="connsiteY11" fmla="*/ 174314 h 1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08494" h="1405000">
                <a:moveTo>
                  <a:pt x="704247" y="0"/>
                </a:moveTo>
                <a:lnTo>
                  <a:pt x="1056371" y="174314"/>
                </a:lnTo>
                <a:lnTo>
                  <a:pt x="1406747" y="351250"/>
                </a:lnTo>
                <a:cubicBezTo>
                  <a:pt x="1407329" y="468333"/>
                  <a:pt x="1407912" y="585417"/>
                  <a:pt x="1408494" y="702500"/>
                </a:cubicBezTo>
                <a:cubicBezTo>
                  <a:pt x="1407912" y="819583"/>
                  <a:pt x="1407329" y="936667"/>
                  <a:pt x="1406747" y="1053750"/>
                </a:cubicBezTo>
                <a:lnTo>
                  <a:pt x="1056371" y="1230686"/>
                </a:lnTo>
                <a:lnTo>
                  <a:pt x="704247" y="1405000"/>
                </a:lnTo>
                <a:lnTo>
                  <a:pt x="352123" y="1230686"/>
                </a:lnTo>
                <a:lnTo>
                  <a:pt x="1747" y="1053750"/>
                </a:lnTo>
                <a:cubicBezTo>
                  <a:pt x="1165" y="936667"/>
                  <a:pt x="582" y="819583"/>
                  <a:pt x="0" y="702500"/>
                </a:cubicBezTo>
                <a:cubicBezTo>
                  <a:pt x="582" y="585417"/>
                  <a:pt x="1165" y="468333"/>
                  <a:pt x="1747" y="351250"/>
                </a:cubicBezTo>
                <a:lnTo>
                  <a:pt x="352123" y="174314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9" name="星形: 六角 78"/>
          <p:cNvSpPr/>
          <p:nvPr userDrawn="1"/>
        </p:nvSpPr>
        <p:spPr>
          <a:xfrm>
            <a:off x="6684326" y="2356712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星形: 六角 79"/>
          <p:cNvSpPr/>
          <p:nvPr userDrawn="1"/>
        </p:nvSpPr>
        <p:spPr>
          <a:xfrm>
            <a:off x="6684326" y="2116041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图片占位符 80"/>
          <p:cNvSpPr>
            <a:spLocks noGrp="1"/>
          </p:cNvSpPr>
          <p:nvPr>
            <p:ph type="pic" sz="quarter" idx="15"/>
          </p:nvPr>
        </p:nvSpPr>
        <p:spPr>
          <a:xfrm>
            <a:off x="6684326" y="2236643"/>
            <a:ext cx="1408494" cy="1405000"/>
          </a:xfrm>
          <a:custGeom>
            <a:avLst/>
            <a:gdLst>
              <a:gd name="connsiteX0" fmla="*/ 704247 w 1408494"/>
              <a:gd name="connsiteY0" fmla="*/ 0 h 1405000"/>
              <a:gd name="connsiteX1" fmla="*/ 1056371 w 1408494"/>
              <a:gd name="connsiteY1" fmla="*/ 174314 h 1405000"/>
              <a:gd name="connsiteX2" fmla="*/ 1406747 w 1408494"/>
              <a:gd name="connsiteY2" fmla="*/ 351250 h 1405000"/>
              <a:gd name="connsiteX3" fmla="*/ 1408494 w 1408494"/>
              <a:gd name="connsiteY3" fmla="*/ 702500 h 1405000"/>
              <a:gd name="connsiteX4" fmla="*/ 1406747 w 1408494"/>
              <a:gd name="connsiteY4" fmla="*/ 1053750 h 1405000"/>
              <a:gd name="connsiteX5" fmla="*/ 1056371 w 1408494"/>
              <a:gd name="connsiteY5" fmla="*/ 1230686 h 1405000"/>
              <a:gd name="connsiteX6" fmla="*/ 704247 w 1408494"/>
              <a:gd name="connsiteY6" fmla="*/ 1405000 h 1405000"/>
              <a:gd name="connsiteX7" fmla="*/ 352123 w 1408494"/>
              <a:gd name="connsiteY7" fmla="*/ 1230686 h 1405000"/>
              <a:gd name="connsiteX8" fmla="*/ 1747 w 1408494"/>
              <a:gd name="connsiteY8" fmla="*/ 1053750 h 1405000"/>
              <a:gd name="connsiteX9" fmla="*/ 0 w 1408494"/>
              <a:gd name="connsiteY9" fmla="*/ 702500 h 1405000"/>
              <a:gd name="connsiteX10" fmla="*/ 1747 w 1408494"/>
              <a:gd name="connsiteY10" fmla="*/ 351250 h 1405000"/>
              <a:gd name="connsiteX11" fmla="*/ 352123 w 1408494"/>
              <a:gd name="connsiteY11" fmla="*/ 174314 h 1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08494" h="1405000">
                <a:moveTo>
                  <a:pt x="704247" y="0"/>
                </a:moveTo>
                <a:lnTo>
                  <a:pt x="1056371" y="174314"/>
                </a:lnTo>
                <a:lnTo>
                  <a:pt x="1406747" y="351250"/>
                </a:lnTo>
                <a:cubicBezTo>
                  <a:pt x="1407329" y="468333"/>
                  <a:pt x="1407912" y="585417"/>
                  <a:pt x="1408494" y="702500"/>
                </a:cubicBezTo>
                <a:cubicBezTo>
                  <a:pt x="1407912" y="819583"/>
                  <a:pt x="1407329" y="936667"/>
                  <a:pt x="1406747" y="1053750"/>
                </a:cubicBezTo>
                <a:lnTo>
                  <a:pt x="1056371" y="1230686"/>
                </a:lnTo>
                <a:lnTo>
                  <a:pt x="704247" y="1405000"/>
                </a:lnTo>
                <a:lnTo>
                  <a:pt x="352123" y="1230686"/>
                </a:lnTo>
                <a:lnTo>
                  <a:pt x="1747" y="1053750"/>
                </a:lnTo>
                <a:cubicBezTo>
                  <a:pt x="1165" y="936667"/>
                  <a:pt x="582" y="819583"/>
                  <a:pt x="0" y="702500"/>
                </a:cubicBezTo>
                <a:cubicBezTo>
                  <a:pt x="582" y="585417"/>
                  <a:pt x="1165" y="468333"/>
                  <a:pt x="1747" y="351250"/>
                </a:cubicBezTo>
                <a:lnTo>
                  <a:pt x="352123" y="174314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2" name="星形: 六角 81"/>
          <p:cNvSpPr/>
          <p:nvPr userDrawn="1"/>
        </p:nvSpPr>
        <p:spPr>
          <a:xfrm>
            <a:off x="9359578" y="2356712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星形: 六角 82"/>
          <p:cNvSpPr/>
          <p:nvPr userDrawn="1"/>
        </p:nvSpPr>
        <p:spPr>
          <a:xfrm>
            <a:off x="9359578" y="2116041"/>
            <a:ext cx="1405000" cy="1405000"/>
          </a:xfrm>
          <a:prstGeom prst="star6">
            <a:avLst>
              <a:gd name="adj" fmla="val 43409"/>
              <a:gd name="hf" fmla="val 115470"/>
            </a:avLst>
          </a:prstGeom>
          <a:solidFill>
            <a:schemeClr val="tx2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图片占位符 83"/>
          <p:cNvSpPr>
            <a:spLocks noGrp="1"/>
          </p:cNvSpPr>
          <p:nvPr>
            <p:ph type="pic" sz="quarter" idx="16"/>
          </p:nvPr>
        </p:nvSpPr>
        <p:spPr>
          <a:xfrm>
            <a:off x="9359578" y="2236643"/>
            <a:ext cx="1408494" cy="1405000"/>
          </a:xfrm>
          <a:custGeom>
            <a:avLst/>
            <a:gdLst>
              <a:gd name="connsiteX0" fmla="*/ 704247 w 1408494"/>
              <a:gd name="connsiteY0" fmla="*/ 0 h 1405000"/>
              <a:gd name="connsiteX1" fmla="*/ 1056371 w 1408494"/>
              <a:gd name="connsiteY1" fmla="*/ 174314 h 1405000"/>
              <a:gd name="connsiteX2" fmla="*/ 1406747 w 1408494"/>
              <a:gd name="connsiteY2" fmla="*/ 351250 h 1405000"/>
              <a:gd name="connsiteX3" fmla="*/ 1408494 w 1408494"/>
              <a:gd name="connsiteY3" fmla="*/ 702500 h 1405000"/>
              <a:gd name="connsiteX4" fmla="*/ 1406747 w 1408494"/>
              <a:gd name="connsiteY4" fmla="*/ 1053750 h 1405000"/>
              <a:gd name="connsiteX5" fmla="*/ 1056371 w 1408494"/>
              <a:gd name="connsiteY5" fmla="*/ 1230686 h 1405000"/>
              <a:gd name="connsiteX6" fmla="*/ 704247 w 1408494"/>
              <a:gd name="connsiteY6" fmla="*/ 1405000 h 1405000"/>
              <a:gd name="connsiteX7" fmla="*/ 352123 w 1408494"/>
              <a:gd name="connsiteY7" fmla="*/ 1230686 h 1405000"/>
              <a:gd name="connsiteX8" fmla="*/ 1747 w 1408494"/>
              <a:gd name="connsiteY8" fmla="*/ 1053750 h 1405000"/>
              <a:gd name="connsiteX9" fmla="*/ 0 w 1408494"/>
              <a:gd name="connsiteY9" fmla="*/ 702500 h 1405000"/>
              <a:gd name="connsiteX10" fmla="*/ 1747 w 1408494"/>
              <a:gd name="connsiteY10" fmla="*/ 351250 h 1405000"/>
              <a:gd name="connsiteX11" fmla="*/ 352123 w 1408494"/>
              <a:gd name="connsiteY11" fmla="*/ 174314 h 14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08494" h="1405000">
                <a:moveTo>
                  <a:pt x="704247" y="0"/>
                </a:moveTo>
                <a:lnTo>
                  <a:pt x="1056371" y="174314"/>
                </a:lnTo>
                <a:lnTo>
                  <a:pt x="1406747" y="351250"/>
                </a:lnTo>
                <a:cubicBezTo>
                  <a:pt x="1407329" y="468333"/>
                  <a:pt x="1407912" y="585417"/>
                  <a:pt x="1408494" y="702500"/>
                </a:cubicBezTo>
                <a:cubicBezTo>
                  <a:pt x="1407912" y="819583"/>
                  <a:pt x="1407329" y="936667"/>
                  <a:pt x="1406747" y="1053750"/>
                </a:cubicBezTo>
                <a:lnTo>
                  <a:pt x="1056371" y="1230686"/>
                </a:lnTo>
                <a:lnTo>
                  <a:pt x="704247" y="1405000"/>
                </a:lnTo>
                <a:lnTo>
                  <a:pt x="352123" y="1230686"/>
                </a:lnTo>
                <a:lnTo>
                  <a:pt x="1747" y="1053750"/>
                </a:lnTo>
                <a:cubicBezTo>
                  <a:pt x="1165" y="936667"/>
                  <a:pt x="582" y="819583"/>
                  <a:pt x="0" y="702500"/>
                </a:cubicBezTo>
                <a:cubicBezTo>
                  <a:pt x="582" y="585417"/>
                  <a:pt x="1165" y="468333"/>
                  <a:pt x="1747" y="351250"/>
                </a:cubicBezTo>
                <a:lnTo>
                  <a:pt x="352123" y="174314"/>
                </a:lnTo>
                <a:close/>
              </a:path>
            </a:pathLst>
          </a:custGeo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2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3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4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5" name="文本占位符 6"/>
          <p:cNvSpPr>
            <a:spLocks noGrp="1"/>
          </p:cNvSpPr>
          <p:nvPr>
            <p:ph type="body" sz="quarter" idx="21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AF5A46-8190-AC81-A50B-893354DF87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389127-2132-B795-610A-0FCD9BE2B4ED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328" y="543599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-328" y="543601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694481" y="2362754"/>
            <a:ext cx="3704317" cy="3521527"/>
            <a:chOff x="694481" y="2536373"/>
            <a:chExt cx="3704317" cy="3521527"/>
          </a:xfrm>
        </p:grpSpPr>
        <p:sp>
          <p:nvSpPr>
            <p:cNvPr id="58" name="平行四边形 57"/>
            <p:cNvSpPr/>
            <p:nvPr/>
          </p:nvSpPr>
          <p:spPr>
            <a:xfrm flipH="1">
              <a:off x="1620593" y="2536373"/>
              <a:ext cx="2778205" cy="3227817"/>
            </a:xfrm>
            <a:prstGeom prst="parallelogram">
              <a:avLst>
                <a:gd name="adj" fmla="val 29873"/>
              </a:avLst>
            </a:prstGeom>
            <a:solidFill>
              <a:srgbClr val="0015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平行四边形 58"/>
            <p:cNvSpPr/>
            <p:nvPr/>
          </p:nvSpPr>
          <p:spPr>
            <a:xfrm>
              <a:off x="694481" y="2536373"/>
              <a:ext cx="2882095" cy="3521527"/>
            </a:xfrm>
            <a:prstGeom prst="parallelogram">
              <a:avLst>
                <a:gd name="adj" fmla="val 298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32027" y="2362754"/>
            <a:ext cx="3704317" cy="3521527"/>
            <a:chOff x="694481" y="2536373"/>
            <a:chExt cx="3704317" cy="3521527"/>
          </a:xfrm>
        </p:grpSpPr>
        <p:sp>
          <p:nvSpPr>
            <p:cNvPr id="64" name="平行四边形 63"/>
            <p:cNvSpPr/>
            <p:nvPr/>
          </p:nvSpPr>
          <p:spPr>
            <a:xfrm flipH="1">
              <a:off x="1620593" y="2536373"/>
              <a:ext cx="2778205" cy="3227817"/>
            </a:xfrm>
            <a:prstGeom prst="parallelogram">
              <a:avLst>
                <a:gd name="adj" fmla="val 29873"/>
              </a:avLst>
            </a:prstGeom>
            <a:solidFill>
              <a:srgbClr val="0015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694481" y="2536373"/>
              <a:ext cx="2882095" cy="3521527"/>
            </a:xfrm>
            <a:prstGeom prst="parallelogram">
              <a:avLst>
                <a:gd name="adj" fmla="val 298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7769574" y="2362754"/>
            <a:ext cx="3704317" cy="3521527"/>
            <a:chOff x="694481" y="2536373"/>
            <a:chExt cx="3704317" cy="3521527"/>
          </a:xfrm>
        </p:grpSpPr>
        <p:sp>
          <p:nvSpPr>
            <p:cNvPr id="69" name="平行四边形 68"/>
            <p:cNvSpPr/>
            <p:nvPr/>
          </p:nvSpPr>
          <p:spPr>
            <a:xfrm flipH="1">
              <a:off x="1620593" y="2536373"/>
              <a:ext cx="2778205" cy="3227817"/>
            </a:xfrm>
            <a:prstGeom prst="parallelogram">
              <a:avLst>
                <a:gd name="adj" fmla="val 29873"/>
              </a:avLst>
            </a:prstGeom>
            <a:solidFill>
              <a:srgbClr val="00153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平行四边形 69"/>
            <p:cNvSpPr/>
            <p:nvPr/>
          </p:nvSpPr>
          <p:spPr>
            <a:xfrm>
              <a:off x="694481" y="2536373"/>
              <a:ext cx="2882095" cy="3521527"/>
            </a:xfrm>
            <a:prstGeom prst="parallelogram">
              <a:avLst>
                <a:gd name="adj" fmla="val 2987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图片占位符 70"/>
          <p:cNvSpPr>
            <a:spLocks noGrp="1"/>
          </p:cNvSpPr>
          <p:nvPr>
            <p:ph type="pic" sz="quarter" idx="13"/>
          </p:nvPr>
        </p:nvSpPr>
        <p:spPr>
          <a:xfrm>
            <a:off x="1313352" y="1790881"/>
            <a:ext cx="2304457" cy="1812097"/>
          </a:xfrm>
          <a:custGeom>
            <a:avLst/>
            <a:gdLst>
              <a:gd name="connsiteX0" fmla="*/ 434287 w 2304457"/>
              <a:gd name="connsiteY0" fmla="*/ 0 h 1812097"/>
              <a:gd name="connsiteX1" fmla="*/ 2304457 w 2304457"/>
              <a:gd name="connsiteY1" fmla="*/ 0 h 1812097"/>
              <a:gd name="connsiteX2" fmla="*/ 2304457 w 2304457"/>
              <a:gd name="connsiteY2" fmla="*/ 44709 h 1812097"/>
              <a:gd name="connsiteX3" fmla="*/ 1880885 w 2304457"/>
              <a:gd name="connsiteY3" fmla="*/ 1812097 h 1812097"/>
              <a:gd name="connsiteX4" fmla="*/ 0 w 2304457"/>
              <a:gd name="connsiteY4" fmla="*/ 1812097 h 181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457" h="1812097">
                <a:moveTo>
                  <a:pt x="434287" y="0"/>
                </a:moveTo>
                <a:lnTo>
                  <a:pt x="2304457" y="0"/>
                </a:lnTo>
                <a:lnTo>
                  <a:pt x="2304457" y="44709"/>
                </a:lnTo>
                <a:lnTo>
                  <a:pt x="1880885" y="1812097"/>
                </a:lnTo>
                <a:lnTo>
                  <a:pt x="0" y="1812097"/>
                </a:lnTo>
                <a:close/>
              </a:path>
            </a:pathLst>
          </a:custGeom>
          <a:ln w="3810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2" name="图片占位符 71"/>
          <p:cNvSpPr>
            <a:spLocks noGrp="1"/>
          </p:cNvSpPr>
          <p:nvPr>
            <p:ph type="pic" sz="quarter" idx="14"/>
          </p:nvPr>
        </p:nvSpPr>
        <p:spPr>
          <a:xfrm>
            <a:off x="8386420" y="1790881"/>
            <a:ext cx="2304457" cy="1812097"/>
          </a:xfrm>
          <a:custGeom>
            <a:avLst/>
            <a:gdLst>
              <a:gd name="connsiteX0" fmla="*/ 434287 w 2304457"/>
              <a:gd name="connsiteY0" fmla="*/ 0 h 1812097"/>
              <a:gd name="connsiteX1" fmla="*/ 2304457 w 2304457"/>
              <a:gd name="connsiteY1" fmla="*/ 0 h 1812097"/>
              <a:gd name="connsiteX2" fmla="*/ 2304457 w 2304457"/>
              <a:gd name="connsiteY2" fmla="*/ 44709 h 1812097"/>
              <a:gd name="connsiteX3" fmla="*/ 1880885 w 2304457"/>
              <a:gd name="connsiteY3" fmla="*/ 1812097 h 1812097"/>
              <a:gd name="connsiteX4" fmla="*/ 0 w 2304457"/>
              <a:gd name="connsiteY4" fmla="*/ 1812097 h 181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457" h="1812097">
                <a:moveTo>
                  <a:pt x="434287" y="0"/>
                </a:moveTo>
                <a:lnTo>
                  <a:pt x="2304457" y="0"/>
                </a:lnTo>
                <a:lnTo>
                  <a:pt x="2304457" y="44709"/>
                </a:lnTo>
                <a:lnTo>
                  <a:pt x="1880885" y="1812097"/>
                </a:lnTo>
                <a:lnTo>
                  <a:pt x="0" y="1812097"/>
                </a:lnTo>
                <a:close/>
              </a:path>
            </a:pathLst>
          </a:custGeom>
          <a:ln w="3810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3" name="图片占位符 72"/>
          <p:cNvSpPr>
            <a:spLocks noGrp="1"/>
          </p:cNvSpPr>
          <p:nvPr>
            <p:ph type="pic" sz="quarter" idx="15"/>
          </p:nvPr>
        </p:nvSpPr>
        <p:spPr>
          <a:xfrm>
            <a:off x="4849886" y="1790881"/>
            <a:ext cx="2304457" cy="1812097"/>
          </a:xfrm>
          <a:custGeom>
            <a:avLst/>
            <a:gdLst>
              <a:gd name="connsiteX0" fmla="*/ 434287 w 2304457"/>
              <a:gd name="connsiteY0" fmla="*/ 0 h 1812097"/>
              <a:gd name="connsiteX1" fmla="*/ 2304457 w 2304457"/>
              <a:gd name="connsiteY1" fmla="*/ 0 h 1812097"/>
              <a:gd name="connsiteX2" fmla="*/ 2304457 w 2304457"/>
              <a:gd name="connsiteY2" fmla="*/ 44709 h 1812097"/>
              <a:gd name="connsiteX3" fmla="*/ 1880885 w 2304457"/>
              <a:gd name="connsiteY3" fmla="*/ 1812097 h 1812097"/>
              <a:gd name="connsiteX4" fmla="*/ 0 w 2304457"/>
              <a:gd name="connsiteY4" fmla="*/ 1812097 h 1812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04457" h="1812097">
                <a:moveTo>
                  <a:pt x="434287" y="0"/>
                </a:moveTo>
                <a:lnTo>
                  <a:pt x="2304457" y="0"/>
                </a:lnTo>
                <a:lnTo>
                  <a:pt x="2304457" y="44709"/>
                </a:lnTo>
                <a:lnTo>
                  <a:pt x="1880885" y="1812097"/>
                </a:lnTo>
                <a:lnTo>
                  <a:pt x="0" y="1812097"/>
                </a:lnTo>
                <a:close/>
              </a:path>
            </a:pathLst>
          </a:custGeom>
          <a:ln w="38100">
            <a:solidFill>
              <a:schemeClr val="bg1"/>
            </a:solidFill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74" name="直接连接符 73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9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0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1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82" name="文本占位符 6"/>
          <p:cNvSpPr>
            <a:spLocks noGrp="1"/>
          </p:cNvSpPr>
          <p:nvPr>
            <p:ph type="body" sz="quarter" idx="20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519626-D52F-8506-0948-262BB102E4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个人物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093135-7255-671A-5C3C-D8D464CEB042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3516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54772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321835" y="4726023"/>
            <a:ext cx="9523643" cy="140049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57200" dist="38100" dir="5400000" algn="t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任意多边形: 形状 57"/>
          <p:cNvSpPr/>
          <p:nvPr userDrawn="1"/>
        </p:nvSpPr>
        <p:spPr>
          <a:xfrm flipH="1">
            <a:off x="1321835" y="1813592"/>
            <a:ext cx="9548330" cy="4155455"/>
          </a:xfrm>
          <a:custGeom>
            <a:avLst/>
            <a:gdLst>
              <a:gd name="connsiteX0" fmla="*/ 5551166 w 9548330"/>
              <a:gd name="connsiteY0" fmla="*/ 0 h 4155455"/>
              <a:gd name="connsiteX1" fmla="*/ 2527283 w 9548330"/>
              <a:gd name="connsiteY1" fmla="*/ 0 h 4155455"/>
              <a:gd name="connsiteX2" fmla="*/ 2527284 w 9548330"/>
              <a:gd name="connsiteY2" fmla="*/ 1 h 4155455"/>
              <a:gd name="connsiteX3" fmla="*/ 0 w 9548330"/>
              <a:gd name="connsiteY3" fmla="*/ 1 h 4155455"/>
              <a:gd name="connsiteX4" fmla="*/ 0 w 9548330"/>
              <a:gd name="connsiteY4" fmla="*/ 602362 h 4155455"/>
              <a:gd name="connsiteX5" fmla="*/ 0 w 9548330"/>
              <a:gd name="connsiteY5" fmla="*/ 1269230 h 4155455"/>
              <a:gd name="connsiteX6" fmla="*/ 0 w 9548330"/>
              <a:gd name="connsiteY6" fmla="*/ 4155455 h 4155455"/>
              <a:gd name="connsiteX7" fmla="*/ 9548330 w 9548330"/>
              <a:gd name="connsiteY7" fmla="*/ 4155455 h 4155455"/>
              <a:gd name="connsiteX8" fmla="*/ 9548330 w 9548330"/>
              <a:gd name="connsiteY8" fmla="*/ 602362 h 4155455"/>
              <a:gd name="connsiteX9" fmla="*/ 5930503 w 9548330"/>
              <a:gd name="connsiteY9" fmla="*/ 602362 h 415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48330" h="4155455">
                <a:moveTo>
                  <a:pt x="5551166" y="0"/>
                </a:moveTo>
                <a:lnTo>
                  <a:pt x="2527283" y="0"/>
                </a:lnTo>
                <a:lnTo>
                  <a:pt x="2527284" y="1"/>
                </a:lnTo>
                <a:lnTo>
                  <a:pt x="0" y="1"/>
                </a:lnTo>
                <a:lnTo>
                  <a:pt x="0" y="602362"/>
                </a:lnTo>
                <a:lnTo>
                  <a:pt x="0" y="1269230"/>
                </a:lnTo>
                <a:lnTo>
                  <a:pt x="0" y="4155455"/>
                </a:lnTo>
                <a:lnTo>
                  <a:pt x="9548330" y="4155455"/>
                </a:lnTo>
                <a:lnTo>
                  <a:pt x="9548330" y="602362"/>
                </a:lnTo>
                <a:lnTo>
                  <a:pt x="5930503" y="6023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73100" dist="38100" dir="5400000" algn="t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2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4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5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6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545866" y="1469524"/>
            <a:ext cx="3129322" cy="4499476"/>
          </a:xfr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2C7856D-A2CC-825A-EAE3-24787DED8F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62"/>
          <p:cNvSpPr/>
          <p:nvPr userDrawn="1"/>
        </p:nvSpPr>
        <p:spPr>
          <a:xfrm>
            <a:off x="3679207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37B9D2-A7B7-DA9E-B744-9A138E372122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30434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37017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 userDrawn="1"/>
        </p:nvCxnSpPr>
        <p:spPr>
          <a:xfrm>
            <a:off x="3516086" y="1840738"/>
            <a:ext cx="7837714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 userDrawn="1"/>
        </p:nvCxnSpPr>
        <p:spPr>
          <a:xfrm>
            <a:off x="11335512" y="1840738"/>
            <a:ext cx="0" cy="1588262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 userDrawn="1"/>
        </p:nvCxnSpPr>
        <p:spPr>
          <a:xfrm>
            <a:off x="3537858" y="1840738"/>
            <a:ext cx="0" cy="1588262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 userDrawn="1"/>
        </p:nvCxnSpPr>
        <p:spPr>
          <a:xfrm flipH="1">
            <a:off x="838200" y="4211054"/>
            <a:ext cx="7837714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 userDrawn="1"/>
        </p:nvCxnSpPr>
        <p:spPr>
          <a:xfrm flipH="1">
            <a:off x="856488" y="4211054"/>
            <a:ext cx="0" cy="1588262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 userDrawn="1"/>
        </p:nvCxnSpPr>
        <p:spPr>
          <a:xfrm flipH="1">
            <a:off x="8654142" y="4211054"/>
            <a:ext cx="0" cy="1588262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1079635" y="3718568"/>
            <a:ext cx="1652189" cy="2439977"/>
          </a:xfr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6" name="图片占位符 6"/>
          <p:cNvSpPr>
            <a:spLocks noGrp="1"/>
          </p:cNvSpPr>
          <p:nvPr>
            <p:ph type="pic" sz="quarter" idx="14"/>
          </p:nvPr>
        </p:nvSpPr>
        <p:spPr>
          <a:xfrm>
            <a:off x="9469319" y="1348252"/>
            <a:ext cx="1652189" cy="2439977"/>
          </a:xfrm>
          <a:ln w="444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0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1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2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3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74" name="文本占位符 6"/>
          <p:cNvSpPr>
            <a:spLocks noGrp="1"/>
          </p:cNvSpPr>
          <p:nvPr>
            <p:ph type="body" sz="quarter" idx="19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7AF41D-76B7-CB51-952D-2092E34C39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任意多边形: 形状 65"/>
          <p:cNvSpPr/>
          <p:nvPr userDrawn="1"/>
        </p:nvSpPr>
        <p:spPr>
          <a:xfrm>
            <a:off x="5807405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1 w 2128198"/>
              <a:gd name="connsiteY1" fmla="*/ 0 h 544010"/>
              <a:gd name="connsiteX2" fmla="*/ 2128198 w 2128198"/>
              <a:gd name="connsiteY2" fmla="*/ 0 h 544010"/>
              <a:gd name="connsiteX3" fmla="*/ 2128198 w 2128198"/>
              <a:gd name="connsiteY3" fmla="*/ 544010 h 544010"/>
              <a:gd name="connsiteX4" fmla="*/ 1 w 2128198"/>
              <a:gd name="connsiteY4" fmla="*/ 544010 h 544010"/>
              <a:gd name="connsiteX5" fmla="*/ 0 w 2128198"/>
              <a:gd name="connsiteY5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1" y="0"/>
                </a:lnTo>
                <a:lnTo>
                  <a:pt x="2128198" y="0"/>
                </a:lnTo>
                <a:lnTo>
                  <a:pt x="2128198" y="544010"/>
                </a:lnTo>
                <a:lnTo>
                  <a:pt x="1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393127-C2C3-1ED2-1FB4-512B5A4CA170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3743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2ADD50-BF26-7149-2F72-06AA818D8B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任意多边形: 形状 68"/>
          <p:cNvSpPr/>
          <p:nvPr userDrawn="1"/>
        </p:nvSpPr>
        <p:spPr>
          <a:xfrm>
            <a:off x="7935603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E7D41C-1BC4-29AD-6A5A-8A33C18238E1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877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6290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D7701F-39E1-9A34-526C-788EFB71D07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任意多边形: 形状 71"/>
          <p:cNvSpPr/>
          <p:nvPr userDrawn="1"/>
        </p:nvSpPr>
        <p:spPr>
          <a:xfrm>
            <a:off x="10063802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1E6AA1-D82B-83B0-5A1E-120932844A8B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-303" y="54865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-606" y="552779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BE3A7C-9D16-55D2-CAD7-93EFE994CE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任意多边形: 形状 71"/>
          <p:cNvSpPr/>
          <p:nvPr userDrawn="1"/>
        </p:nvSpPr>
        <p:spPr>
          <a:xfrm>
            <a:off x="10063802" y="1"/>
            <a:ext cx="2128198" cy="544010"/>
          </a:xfrm>
          <a:custGeom>
            <a:avLst/>
            <a:gdLst>
              <a:gd name="connsiteX0" fmla="*/ 0 w 2128198"/>
              <a:gd name="connsiteY0" fmla="*/ 0 h 544010"/>
              <a:gd name="connsiteX1" fmla="*/ 2128198 w 2128198"/>
              <a:gd name="connsiteY1" fmla="*/ 0 h 544010"/>
              <a:gd name="connsiteX2" fmla="*/ 2128198 w 2128198"/>
              <a:gd name="connsiteY2" fmla="*/ 544010 h 544010"/>
              <a:gd name="connsiteX3" fmla="*/ 0 w 21281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198" h="544010">
                <a:moveTo>
                  <a:pt x="0" y="0"/>
                </a:moveTo>
                <a:lnTo>
                  <a:pt x="2128198" y="0"/>
                </a:lnTo>
                <a:lnTo>
                  <a:pt x="21281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3D3F8C-29D9-A44E-E27F-C217E1B8FF16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3516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34300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730009" y="2026862"/>
            <a:ext cx="10731982" cy="306468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2667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730009" y="2141316"/>
            <a:ext cx="10731982" cy="3064688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2667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843650" y="1615447"/>
            <a:ext cx="5883150" cy="4535817"/>
          </a:xfrm>
          <a:prstGeom prst="rect">
            <a:avLst/>
          </a:prstGeom>
        </p:spPr>
      </p:pic>
      <p:sp>
        <p:nvSpPr>
          <p:cNvPr id="62" name="矩形 61"/>
          <p:cNvSpPr/>
          <p:nvPr userDrawn="1"/>
        </p:nvSpPr>
        <p:spPr>
          <a:xfrm>
            <a:off x="6382584" y="1998430"/>
            <a:ext cx="4907666" cy="2777919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媒体占位符 57"/>
          <p:cNvSpPr>
            <a:spLocks noGrp="1"/>
          </p:cNvSpPr>
          <p:nvPr>
            <p:ph type="media" sz="quarter" idx="13"/>
          </p:nvPr>
        </p:nvSpPr>
        <p:spPr>
          <a:xfrm>
            <a:off x="6382584" y="1997567"/>
            <a:ext cx="4907666" cy="2777924"/>
          </a:xfrm>
          <a:custGeom>
            <a:avLst/>
            <a:gdLst>
              <a:gd name="connsiteX0" fmla="*/ 0 w 4907666"/>
              <a:gd name="connsiteY0" fmla="*/ 0 h 2777924"/>
              <a:gd name="connsiteX1" fmla="*/ 4907666 w 4907666"/>
              <a:gd name="connsiteY1" fmla="*/ 0 h 2777924"/>
              <a:gd name="connsiteX2" fmla="*/ 4907666 w 4907666"/>
              <a:gd name="connsiteY2" fmla="*/ 2777924 h 2777924"/>
              <a:gd name="connsiteX3" fmla="*/ 0 w 4907666"/>
              <a:gd name="connsiteY3" fmla="*/ 2777924 h 277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7666" h="2777924">
                <a:moveTo>
                  <a:pt x="0" y="0"/>
                </a:moveTo>
                <a:lnTo>
                  <a:pt x="4907666" y="0"/>
                </a:lnTo>
                <a:lnTo>
                  <a:pt x="4907666" y="2777924"/>
                </a:lnTo>
                <a:lnTo>
                  <a:pt x="0" y="2777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1551008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3679356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7936052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10064400" y="87340"/>
            <a:ext cx="20564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5807704" y="87340"/>
            <a:ext cx="21276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6DA4A28-4FDD-1C6A-FD70-159FA0AFCF9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/>
          <p:cNvSpPr/>
          <p:nvPr userDrawn="1"/>
        </p:nvSpPr>
        <p:spPr>
          <a:xfrm>
            <a:off x="1546305" y="1"/>
            <a:ext cx="1773499" cy="544010"/>
          </a:xfrm>
          <a:custGeom>
            <a:avLst/>
            <a:gdLst>
              <a:gd name="connsiteX0" fmla="*/ 0 w 1773499"/>
              <a:gd name="connsiteY0" fmla="*/ 0 h 544010"/>
              <a:gd name="connsiteX1" fmla="*/ 1773499 w 1773499"/>
              <a:gd name="connsiteY1" fmla="*/ 0 h 544010"/>
              <a:gd name="connsiteX2" fmla="*/ 1773499 w 1773499"/>
              <a:gd name="connsiteY2" fmla="*/ 544010 h 544010"/>
              <a:gd name="connsiteX3" fmla="*/ 0 w 1773499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499" h="544010">
                <a:moveTo>
                  <a:pt x="0" y="0"/>
                </a:moveTo>
                <a:lnTo>
                  <a:pt x="1773499" y="0"/>
                </a:lnTo>
                <a:lnTo>
                  <a:pt x="1773499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E19EAB-7CD6-B378-47DE-5C26FB216788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865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2472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2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3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4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5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6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B2AAA9-BC65-6A64-6AEB-7986127C36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任意多边形: 形状 58"/>
          <p:cNvSpPr/>
          <p:nvPr userDrawn="1"/>
        </p:nvSpPr>
        <p:spPr>
          <a:xfrm>
            <a:off x="3324507" y="1"/>
            <a:ext cx="1773498" cy="544010"/>
          </a:xfrm>
          <a:custGeom>
            <a:avLst/>
            <a:gdLst>
              <a:gd name="connsiteX0" fmla="*/ 0 w 1773498"/>
              <a:gd name="connsiteY0" fmla="*/ 0 h 544010"/>
              <a:gd name="connsiteX1" fmla="*/ 1773498 w 1773498"/>
              <a:gd name="connsiteY1" fmla="*/ 0 h 544010"/>
              <a:gd name="connsiteX2" fmla="*/ 1773498 w 1773498"/>
              <a:gd name="connsiteY2" fmla="*/ 544010 h 544010"/>
              <a:gd name="connsiteX3" fmla="*/ 0 w 17734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498" h="544010">
                <a:moveTo>
                  <a:pt x="0" y="0"/>
                </a:moveTo>
                <a:lnTo>
                  <a:pt x="1773498" y="0"/>
                </a:lnTo>
                <a:lnTo>
                  <a:pt x="17734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C646C7-9AD3-6582-5226-31359CA3DD0A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8653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53295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2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36ABF0-84B8-E63B-5120-AE2F264C4BC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任意多边形: 形状 61"/>
          <p:cNvSpPr/>
          <p:nvPr userDrawn="1"/>
        </p:nvSpPr>
        <p:spPr>
          <a:xfrm>
            <a:off x="5098005" y="1"/>
            <a:ext cx="1773500" cy="544010"/>
          </a:xfrm>
          <a:custGeom>
            <a:avLst/>
            <a:gdLst>
              <a:gd name="connsiteX0" fmla="*/ 0 w 1773500"/>
              <a:gd name="connsiteY0" fmla="*/ 0 h 544010"/>
              <a:gd name="connsiteX1" fmla="*/ 1773500 w 1773500"/>
              <a:gd name="connsiteY1" fmla="*/ 0 h 544010"/>
              <a:gd name="connsiteX2" fmla="*/ 1773500 w 1773500"/>
              <a:gd name="connsiteY2" fmla="*/ 544010 h 544010"/>
              <a:gd name="connsiteX3" fmla="*/ 0 w 1773500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500" h="544010">
                <a:moveTo>
                  <a:pt x="0" y="0"/>
                </a:moveTo>
                <a:lnTo>
                  <a:pt x="1773500" y="0"/>
                </a:lnTo>
                <a:lnTo>
                  <a:pt x="1773500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32D451-A316-78B2-DB3B-33D96699885E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3745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35163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6DC96F-54CE-202C-C94D-FF2CAE72AB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任意多边形: 形状 63"/>
          <p:cNvSpPr/>
          <p:nvPr userDrawn="1"/>
        </p:nvSpPr>
        <p:spPr>
          <a:xfrm>
            <a:off x="6871505" y="1"/>
            <a:ext cx="1773498" cy="544010"/>
          </a:xfrm>
          <a:custGeom>
            <a:avLst/>
            <a:gdLst>
              <a:gd name="connsiteX0" fmla="*/ 0 w 1773498"/>
              <a:gd name="connsiteY0" fmla="*/ 0 h 544010"/>
              <a:gd name="connsiteX1" fmla="*/ 1773498 w 1773498"/>
              <a:gd name="connsiteY1" fmla="*/ 0 h 544010"/>
              <a:gd name="connsiteX2" fmla="*/ 1773498 w 1773498"/>
              <a:gd name="connsiteY2" fmla="*/ 544010 h 544010"/>
              <a:gd name="connsiteX3" fmla="*/ 0 w 17734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498" h="544010">
                <a:moveTo>
                  <a:pt x="0" y="0"/>
                </a:moveTo>
                <a:lnTo>
                  <a:pt x="1773498" y="0"/>
                </a:lnTo>
                <a:lnTo>
                  <a:pt x="17734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8F3AA1-FBC1-E858-E4EA-FB85C4F63F25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52205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56542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0F0273-A949-569B-CD5F-6D1D328D8BB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任意多边形: 形状 66"/>
          <p:cNvSpPr/>
          <p:nvPr userDrawn="1"/>
        </p:nvSpPr>
        <p:spPr>
          <a:xfrm>
            <a:off x="8645003" y="1"/>
            <a:ext cx="1773498" cy="544010"/>
          </a:xfrm>
          <a:custGeom>
            <a:avLst/>
            <a:gdLst>
              <a:gd name="connsiteX0" fmla="*/ 0 w 1773498"/>
              <a:gd name="connsiteY0" fmla="*/ 0 h 544010"/>
              <a:gd name="connsiteX1" fmla="*/ 1773498 w 1773498"/>
              <a:gd name="connsiteY1" fmla="*/ 0 h 544010"/>
              <a:gd name="connsiteX2" fmla="*/ 1773498 w 1773498"/>
              <a:gd name="connsiteY2" fmla="*/ 544010 h 544010"/>
              <a:gd name="connsiteX3" fmla="*/ 0 w 17734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498" h="544010">
                <a:moveTo>
                  <a:pt x="0" y="0"/>
                </a:moveTo>
                <a:lnTo>
                  <a:pt x="1773498" y="0"/>
                </a:lnTo>
                <a:lnTo>
                  <a:pt x="17734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893846B-483C-7EF4-89A6-B7AA7794DA9C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42147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35163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086523-E70A-C678-040C-4D75316969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任意多边形: 形状 69"/>
          <p:cNvSpPr/>
          <p:nvPr userDrawn="1"/>
        </p:nvSpPr>
        <p:spPr>
          <a:xfrm>
            <a:off x="10418502" y="1"/>
            <a:ext cx="1773498" cy="544010"/>
          </a:xfrm>
          <a:custGeom>
            <a:avLst/>
            <a:gdLst>
              <a:gd name="connsiteX0" fmla="*/ 0 w 1773498"/>
              <a:gd name="connsiteY0" fmla="*/ 0 h 544010"/>
              <a:gd name="connsiteX1" fmla="*/ 1773498 w 1773498"/>
              <a:gd name="connsiteY1" fmla="*/ 0 h 544010"/>
              <a:gd name="connsiteX2" fmla="*/ 1773498 w 1773498"/>
              <a:gd name="connsiteY2" fmla="*/ 544010 h 544010"/>
              <a:gd name="connsiteX3" fmla="*/ 0 w 1773498"/>
              <a:gd name="connsiteY3" fmla="*/ 544010 h 544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3498" h="544010">
                <a:moveTo>
                  <a:pt x="0" y="0"/>
                </a:moveTo>
                <a:lnTo>
                  <a:pt x="1773498" y="0"/>
                </a:lnTo>
                <a:lnTo>
                  <a:pt x="1773498" y="544010"/>
                </a:lnTo>
                <a:lnTo>
                  <a:pt x="0" y="544010"/>
                </a:lnTo>
                <a:close/>
              </a:path>
            </a:pathLst>
          </a:cu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0" y="543600"/>
            <a:ext cx="12192000" cy="63143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EB6113-CF07-307B-EEBC-781ABBC5B600}"/>
              </a:ext>
            </a:extLst>
          </p:cNvPr>
          <p:cNvSpPr txBox="1"/>
          <p:nvPr userDrawn="1"/>
        </p:nvSpPr>
        <p:spPr>
          <a:xfrm>
            <a:off x="424497" y="6468762"/>
            <a:ext cx="2268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公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诚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勇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毅 三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实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一</a:t>
            </a:r>
            <a:r>
              <a:rPr lang="en-US" altLang="zh-CN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/</a:t>
            </a:r>
            <a:r>
              <a:rPr lang="zh-CN" altLang="en-US" sz="1100" spc="3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新</a:t>
            </a:r>
          </a:p>
        </p:txBody>
      </p:sp>
      <p:sp>
        <p:nvSpPr>
          <p:cNvPr id="143" name="矩形 142"/>
          <p:cNvSpPr/>
          <p:nvPr userDrawn="1"/>
        </p:nvSpPr>
        <p:spPr>
          <a:xfrm>
            <a:off x="1342195" y="96567"/>
            <a:ext cx="107949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0" y="1"/>
            <a:ext cx="1377387" cy="5440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2">
              <a:alphaModFix amt="7000"/>
            </a:blip>
            <a:srcRect/>
            <a:tile tx="0" ty="0" sx="100000" sy="100000" flip="none" algn="b"/>
          </a:blipFill>
          <a:ln>
            <a:noFill/>
          </a:ln>
          <a:effectLst>
            <a:outerShdw blurRad="254000" dist="381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61970" y="6438282"/>
            <a:ext cx="914093" cy="291556"/>
          </a:xfrm>
          <a:prstGeom prst="rect">
            <a:avLst/>
          </a:prstGeom>
        </p:spPr>
        <p:txBody>
          <a:bodyPr rIns="0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‹#›</a:t>
            </a:fld>
            <a:endParaRPr lang="zh-CN" altLang="en-US" spc="90" dirty="0"/>
          </a:p>
        </p:txBody>
      </p:sp>
      <p:sp>
        <p:nvSpPr>
          <p:cNvPr id="142" name="矩形 141"/>
          <p:cNvSpPr/>
          <p:nvPr userDrawn="1"/>
        </p:nvSpPr>
        <p:spPr>
          <a:xfrm>
            <a:off x="12120880" y="96567"/>
            <a:ext cx="71120" cy="350878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52400" dist="38100" dir="10800000" algn="r" rotWithShape="0">
              <a:srgbClr val="60080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cxnSp>
        <p:nvCxnSpPr>
          <p:cNvPr id="150" name="直接连接符 149"/>
          <p:cNvCxnSpPr/>
          <p:nvPr userDrawn="1"/>
        </p:nvCxnSpPr>
        <p:spPr>
          <a:xfrm>
            <a:off x="516000" y="6489700"/>
            <a:ext cx="1116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/>
          <p:cNvSpPr/>
          <p:nvPr userDrawn="1"/>
        </p:nvSpPr>
        <p:spPr>
          <a:xfrm>
            <a:off x="0" y="535106"/>
            <a:ext cx="12192000" cy="6314399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0" y="543601"/>
            <a:ext cx="12192000" cy="6314399"/>
          </a:xfrm>
          <a:prstGeom prst="rect">
            <a:avLst/>
          </a:prstGeom>
          <a:blipFill dpi="0" rotWithShape="1">
            <a:blip r:embed="rId3">
              <a:alphaModFix amt="10000"/>
            </a:blip>
            <a:srcRect/>
            <a:tile tx="0" ty="0" sx="100000" sy="100000" flip="none" algn="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45654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319963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8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5094272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59" name="文本占位符 6"/>
          <p:cNvSpPr>
            <a:spLocks noGrp="1"/>
          </p:cNvSpPr>
          <p:nvPr>
            <p:ph type="body" sz="quarter" idx="16"/>
          </p:nvPr>
        </p:nvSpPr>
        <p:spPr>
          <a:xfrm>
            <a:off x="6868581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0" name="文本占位符 6"/>
          <p:cNvSpPr>
            <a:spLocks noGrp="1"/>
          </p:cNvSpPr>
          <p:nvPr>
            <p:ph type="body" sz="quarter" idx="17"/>
          </p:nvPr>
        </p:nvSpPr>
        <p:spPr>
          <a:xfrm>
            <a:off x="8642890" y="87340"/>
            <a:ext cx="177480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>
                    <a:lumMod val="65000"/>
                  </a:schemeClr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sp>
        <p:nvSpPr>
          <p:cNvPr id="61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10417200" y="87340"/>
            <a:ext cx="1703680" cy="369332"/>
          </a:xfr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zh-CN" altLang="en-US" sz="2000" spc="300" dirty="0" smtClean="0">
                <a:solidFill>
                  <a:schemeClr val="bg1"/>
                </a:solidFill>
                <a:latin typeface="+mj-ea"/>
                <a:ea typeface="+mj-ea"/>
              </a:defRPr>
            </a:lvl1pPr>
            <a:lvl2pPr marL="228600" indent="0">
              <a:buNone/>
              <a:defRPr lang="zh-CN" altLang="en-US" sz="1800" dirty="0"/>
            </a:lvl2pPr>
          </a:lstStyle>
          <a:p>
            <a:pPr marL="0" lvl="0"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333886-D5EF-C3BF-9A06-A6DD8729546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9" y="48898"/>
            <a:ext cx="446858" cy="44621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3C242-7F95-44DB-80BE-49C4BD2CCD4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8125" y="2644170"/>
            <a:ext cx="695575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计算机系统能力培养大赛</a:t>
            </a:r>
            <a:endParaRPr lang="en-US" altLang="zh-CN" sz="48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+mj-ea"/>
                <a:ea typeface="+mj-ea"/>
              </a:rPr>
              <a:t>（龙芯杯）决赛展示</a:t>
            </a:r>
          </a:p>
        </p:txBody>
      </p:sp>
      <p:sp>
        <p:nvSpPr>
          <p:cNvPr id="8" name="矩形 7"/>
          <p:cNvSpPr/>
          <p:nvPr/>
        </p:nvSpPr>
        <p:spPr>
          <a:xfrm>
            <a:off x="3875212" y="4654536"/>
            <a:ext cx="49135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spc="-150" dirty="0">
                <a:solidFill>
                  <a:schemeClr val="bg1"/>
                </a:solidFill>
                <a:latin typeface="+mj-ea"/>
                <a:sym typeface="Wingdings 3" panose="05040102010807070707" pitchFamily="18" charset="2"/>
              </a:rPr>
              <a:t></a:t>
            </a:r>
            <a:r>
              <a:rPr lang="zh-CN" altLang="en-US" sz="20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汇报人：李卫宏 戴宇豪 梁乐彬 沈天乐</a:t>
            </a:r>
          </a:p>
        </p:txBody>
      </p:sp>
      <p:sp>
        <p:nvSpPr>
          <p:cNvPr id="9" name="矩形 8"/>
          <p:cNvSpPr/>
          <p:nvPr/>
        </p:nvSpPr>
        <p:spPr>
          <a:xfrm>
            <a:off x="7868776" y="4586418"/>
            <a:ext cx="309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20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87104" y="2769215"/>
            <a:ext cx="17189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spc="3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93136" y="3692545"/>
            <a:ext cx="1906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832329" y="971918"/>
            <a:ext cx="5758014" cy="49141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</a:pPr>
            <a:r>
              <a:rPr lang="en-US" altLang="zh-CN" sz="3600" b="1" dirty="0">
                <a:solidFill>
                  <a:schemeClr val="accent2"/>
                </a:solidFill>
                <a:latin typeface="+mj-ea"/>
                <a:ea typeface="+mj-ea"/>
              </a:rPr>
              <a:t>CPU</a:t>
            </a:r>
            <a:r>
              <a:rPr lang="zh-CN" altLang="en-US" sz="3600" b="1" dirty="0">
                <a:solidFill>
                  <a:schemeClr val="accent2"/>
                </a:solidFill>
                <a:latin typeface="+mj-ea"/>
                <a:ea typeface="+mj-ea"/>
              </a:rPr>
              <a:t>流水线设计</a:t>
            </a:r>
            <a:endParaRPr lang="en-US" altLang="zh-CN" sz="36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marL="342900" indent="-342900"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</a:pPr>
            <a:endParaRPr lang="en-US" altLang="zh-CN" sz="36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marL="342900" indent="-342900"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</a:pPr>
            <a:r>
              <a:rPr lang="zh-CN" altLang="en-US" sz="3600" b="1" dirty="0">
                <a:solidFill>
                  <a:schemeClr val="accent2"/>
                </a:solidFill>
                <a:latin typeface="+mj-ea"/>
                <a:ea typeface="+mj-ea"/>
              </a:rPr>
              <a:t>启动</a:t>
            </a:r>
            <a:r>
              <a:rPr lang="en-US" altLang="zh-CN" sz="3600" b="1" dirty="0">
                <a:solidFill>
                  <a:schemeClr val="accent2"/>
                </a:solidFill>
                <a:latin typeface="+mj-ea"/>
                <a:ea typeface="+mj-ea"/>
              </a:rPr>
              <a:t>Linux</a:t>
            </a:r>
            <a:r>
              <a:rPr lang="zh-CN" altLang="en-US" sz="3600" b="1" dirty="0">
                <a:solidFill>
                  <a:schemeClr val="accent2"/>
                </a:solidFill>
                <a:latin typeface="+mj-ea"/>
                <a:ea typeface="+mj-ea"/>
              </a:rPr>
              <a:t>系统</a:t>
            </a:r>
            <a:endParaRPr lang="en-US" altLang="zh-CN" sz="36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marL="342900" indent="-342900"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</a:pPr>
            <a:endParaRPr lang="en-US" altLang="zh-CN" sz="3600" b="1" dirty="0">
              <a:solidFill>
                <a:schemeClr val="accent2"/>
              </a:solidFill>
              <a:latin typeface="+mj-ea"/>
              <a:ea typeface="+mj-ea"/>
            </a:endParaRPr>
          </a:p>
          <a:p>
            <a:pPr marL="342900" indent="-342900">
              <a:spcBef>
                <a:spcPts val="2000"/>
              </a:spcBef>
              <a:spcAft>
                <a:spcPts val="2000"/>
              </a:spcAft>
              <a:buFont typeface="+mj-lt"/>
              <a:buAutoNum type="arabicPeriod"/>
            </a:pPr>
            <a:r>
              <a:rPr lang="zh-CN" altLang="en-US" sz="3600" b="1" dirty="0">
                <a:solidFill>
                  <a:schemeClr val="accent2"/>
                </a:solidFill>
                <a:latin typeface="+mj-ea"/>
                <a:ea typeface="+mj-ea"/>
              </a:rPr>
              <a:t>部分优化尝试</a:t>
            </a:r>
            <a:endParaRPr lang="en-US" altLang="zh-CN" sz="36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pSp>
        <p:nvGrpSpPr>
          <p:cNvPr id="55" name="组合 54"/>
          <p:cNvGrpSpPr/>
          <p:nvPr/>
        </p:nvGrpSpPr>
        <p:grpSpPr>
          <a:xfrm flipH="1">
            <a:off x="505574" y="2581870"/>
            <a:ext cx="2984292" cy="0"/>
            <a:chOff x="1209167" y="2722880"/>
            <a:chExt cx="2984292" cy="0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1211071" y="2722880"/>
              <a:ext cx="298238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209167" y="2722880"/>
              <a:ext cx="338328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>
            <a:off x="505574" y="4380190"/>
            <a:ext cx="2982388" cy="0"/>
            <a:chOff x="1211071" y="2722880"/>
            <a:chExt cx="2982388" cy="0"/>
          </a:xfrm>
        </p:grpSpPr>
        <p:cxnSp>
          <p:nvCxnSpPr>
            <p:cNvPr id="60" name="直接连接符 59"/>
            <p:cNvCxnSpPr/>
            <p:nvPr/>
          </p:nvCxnSpPr>
          <p:spPr>
            <a:xfrm>
              <a:off x="1211071" y="2722880"/>
              <a:ext cx="2982388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1211072" y="2722880"/>
              <a:ext cx="338328" cy="0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C6E40CF1-CA00-F2A9-BEBB-489484C9EA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2" y="568528"/>
            <a:ext cx="430664" cy="43004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352F58-61DC-22E5-4D77-F0E506F4F8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01" y="660282"/>
            <a:ext cx="1296039" cy="2465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84433" y="3321279"/>
            <a:ext cx="50513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rgbClr val="23457A"/>
                </a:solidFill>
                <a:latin typeface="+mj-ea"/>
                <a:ea typeface="+mj-ea"/>
              </a:rPr>
              <a:t>CPU</a:t>
            </a:r>
            <a:r>
              <a:rPr lang="zh-CN" altLang="en-US" sz="5400" dirty="0">
                <a:solidFill>
                  <a:srgbClr val="23457A"/>
                </a:solidFill>
                <a:latin typeface="+mj-ea"/>
                <a:ea typeface="+mj-ea"/>
              </a:rPr>
              <a:t>流水线设计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84433" y="2551837"/>
            <a:ext cx="2618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第一部分</a:t>
            </a:r>
            <a:r>
              <a:rPr lang="zh-CN" altLang="en-US" sz="2800" spc="-150" dirty="0">
                <a:solidFill>
                  <a:schemeClr val="accent2"/>
                </a:solidFill>
                <a:latin typeface="+mj-ea"/>
                <a:ea typeface="+mj-ea"/>
                <a:sym typeface="Wingdings 3" panose="05040102010807070707" pitchFamily="18" charset="2"/>
              </a:rPr>
              <a:t></a:t>
            </a:r>
            <a:endParaRPr lang="zh-CN" altLang="en-US" sz="28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9" name="PA-文本框 18"/>
          <p:cNvSpPr txBox="1"/>
          <p:nvPr>
            <p:custDataLst>
              <p:tags r:id="rId1"/>
            </p:custDataLst>
          </p:nvPr>
        </p:nvSpPr>
        <p:spPr>
          <a:xfrm>
            <a:off x="3410750" y="2353267"/>
            <a:ext cx="1326365" cy="2177969"/>
          </a:xfrm>
          <a:custGeom>
            <a:avLst/>
            <a:gdLst/>
            <a:ahLst/>
            <a:cxnLst/>
            <a:rect l="l" t="t" r="r" b="b"/>
            <a:pathLst>
              <a:path w="1326365" h="2177969">
                <a:moveTo>
                  <a:pt x="1326365" y="637961"/>
                </a:moveTo>
                <a:cubicBezTo>
                  <a:pt x="1286802" y="680492"/>
                  <a:pt x="1248722" y="722528"/>
                  <a:pt x="1212126" y="764069"/>
                </a:cubicBezTo>
                <a:cubicBezTo>
                  <a:pt x="1190366" y="787808"/>
                  <a:pt x="1172315" y="807837"/>
                  <a:pt x="1157973" y="824157"/>
                </a:cubicBezTo>
                <a:cubicBezTo>
                  <a:pt x="1143631" y="840476"/>
                  <a:pt x="1129537" y="857291"/>
                  <a:pt x="1115690" y="874600"/>
                </a:cubicBezTo>
                <a:cubicBezTo>
                  <a:pt x="1101843" y="891909"/>
                  <a:pt x="1088490" y="908723"/>
                  <a:pt x="1075632" y="925043"/>
                </a:cubicBezTo>
                <a:cubicBezTo>
                  <a:pt x="1062774" y="941363"/>
                  <a:pt x="1051399" y="956447"/>
                  <a:pt x="1041508" y="970294"/>
                </a:cubicBezTo>
                <a:cubicBezTo>
                  <a:pt x="1021727" y="997988"/>
                  <a:pt x="1005407" y="1026177"/>
                  <a:pt x="992549" y="1054861"/>
                </a:cubicBezTo>
                <a:cubicBezTo>
                  <a:pt x="979690" y="1083544"/>
                  <a:pt x="968810" y="1109755"/>
                  <a:pt x="959909" y="1133493"/>
                </a:cubicBezTo>
                <a:lnTo>
                  <a:pt x="701757" y="2177969"/>
                </a:lnTo>
                <a:lnTo>
                  <a:pt x="152814" y="2177969"/>
                </a:lnTo>
                <a:lnTo>
                  <a:pt x="359038" y="1348620"/>
                </a:lnTo>
                <a:close/>
                <a:moveTo>
                  <a:pt x="1172068" y="0"/>
                </a:moveTo>
                <a:lnTo>
                  <a:pt x="1240315" y="0"/>
                </a:lnTo>
                <a:lnTo>
                  <a:pt x="1059312" y="728462"/>
                </a:lnTo>
                <a:lnTo>
                  <a:pt x="99403" y="1433187"/>
                </a:lnTo>
                <a:cubicBezTo>
                  <a:pt x="103359" y="1429230"/>
                  <a:pt x="116465" y="1414889"/>
                  <a:pt x="138719" y="1390161"/>
                </a:cubicBezTo>
                <a:cubicBezTo>
                  <a:pt x="160974" y="1365434"/>
                  <a:pt x="186690" y="1336503"/>
                  <a:pt x="215868" y="1303369"/>
                </a:cubicBezTo>
                <a:cubicBezTo>
                  <a:pt x="245046" y="1270235"/>
                  <a:pt x="274471" y="1235864"/>
                  <a:pt x="304144" y="1200257"/>
                </a:cubicBezTo>
                <a:cubicBezTo>
                  <a:pt x="333817" y="1164650"/>
                  <a:pt x="357060" y="1134482"/>
                  <a:pt x="373875" y="1109755"/>
                </a:cubicBezTo>
                <a:cubicBezTo>
                  <a:pt x="391678" y="1084039"/>
                  <a:pt x="406762" y="1058076"/>
                  <a:pt x="419125" y="1031865"/>
                </a:cubicBezTo>
                <a:cubicBezTo>
                  <a:pt x="431489" y="1005654"/>
                  <a:pt x="441627" y="981669"/>
                  <a:pt x="449540" y="959909"/>
                </a:cubicBezTo>
                <a:cubicBezTo>
                  <a:pt x="458442" y="935181"/>
                  <a:pt x="465860" y="911443"/>
                  <a:pt x="471794" y="888694"/>
                </a:cubicBezTo>
                <a:lnTo>
                  <a:pt x="545976" y="593452"/>
                </a:lnTo>
                <a:lnTo>
                  <a:pt x="0" y="737364"/>
                </a:lnTo>
                <a:lnTo>
                  <a:pt x="100887" y="3293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900">
                <a:solidFill>
                  <a:schemeClr val="accent1"/>
                </a:solidFill>
                <a:latin typeface="Facon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754070" y="2226922"/>
            <a:ext cx="10683861" cy="34265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2286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54070" y="2108180"/>
            <a:ext cx="10683861" cy="3426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4</a:t>
            </a:fld>
            <a:endParaRPr lang="zh-CN" altLang="en-US" spc="9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</p:spPr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47" y="800100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+mj-ea"/>
                <a:ea typeface="+mj-ea"/>
              </a:rPr>
              <a:t>CPU</a:t>
            </a: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概况：</a:t>
            </a:r>
          </a:p>
        </p:txBody>
      </p:sp>
      <p:sp>
        <p:nvSpPr>
          <p:cNvPr id="4" name="矩形 3"/>
          <p:cNvSpPr/>
          <p:nvPr/>
        </p:nvSpPr>
        <p:spPr>
          <a:xfrm>
            <a:off x="1010312" y="2967334"/>
            <a:ext cx="4816462" cy="2226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. 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单发射七级流水线</a:t>
            </a:r>
            <a:endParaRPr lang="en-US" altLang="zh-CN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基于华莱士树的并行乘法器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二路组相联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Cache</a:t>
            </a:r>
          </a:p>
          <a:p>
            <a:pPr algn="just">
              <a:lnSpc>
                <a:spcPct val="200000"/>
              </a:lnSpc>
            </a:pP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.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MMU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实现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TLB</a:t>
            </a: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096000" y="2270760"/>
            <a:ext cx="0" cy="301862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010312" y="2267381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设计 </a:t>
            </a:r>
            <a:r>
              <a:rPr lang="zh-CN" altLang="en-US" sz="2000" spc="-150" dirty="0">
                <a:solidFill>
                  <a:schemeClr val="accent2"/>
                </a:solidFill>
                <a:latin typeface="+mj-ea"/>
                <a:ea typeface="+mj-ea"/>
                <a:sym typeface="Wingdings 3" panose="05040102010807070707" pitchFamily="18" charset="2"/>
              </a:rPr>
              <a:t></a:t>
            </a:r>
            <a:endParaRPr lang="zh-CN" altLang="en-US" sz="2000" spc="-15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123986" y="2788195"/>
            <a:ext cx="1725168" cy="0"/>
            <a:chOff x="1211072" y="2722880"/>
            <a:chExt cx="1725168" cy="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211072" y="2722880"/>
              <a:ext cx="1725168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1211072" y="2722880"/>
              <a:ext cx="338328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6310763" y="2667491"/>
            <a:ext cx="4857941" cy="2780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功能分：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100</a:t>
            </a:r>
          </a:p>
          <a:p>
            <a:pPr algn="just">
              <a:lnSpc>
                <a:spcPct val="200000"/>
              </a:lnSpc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性能分：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0.762</a:t>
            </a:r>
          </a:p>
          <a:p>
            <a:pPr algn="just">
              <a:lnSpc>
                <a:spcPct val="20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CPU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频率（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MHz)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60</a:t>
            </a:r>
          </a:p>
          <a:p>
            <a:pPr algn="just">
              <a:lnSpc>
                <a:spcPct val="200000"/>
              </a:lnSpc>
            </a:pP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系统测试：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”4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、成功启动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Linux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操作系统，并成功运行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“ls"</a:t>
            </a:r>
            <a:r>
              <a:rPr lang="zh-CN" alt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命令</a:t>
            </a: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”</a:t>
            </a: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310803" y="2267381"/>
            <a:ext cx="14029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性能 </a:t>
            </a:r>
            <a:r>
              <a:rPr lang="zh-CN" altLang="en-US" sz="2000" spc="-150" dirty="0">
                <a:solidFill>
                  <a:schemeClr val="accent2"/>
                </a:solidFill>
                <a:latin typeface="+mj-ea"/>
                <a:ea typeface="+mj-ea"/>
                <a:sym typeface="Wingdings 3" panose="05040102010807070707" pitchFamily="18" charset="2"/>
              </a:rPr>
              <a:t></a:t>
            </a:r>
            <a:endParaRPr lang="zh-CN" altLang="en-US" sz="2000" spc="-15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6424477" y="2788195"/>
            <a:ext cx="172516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6424477" y="2788195"/>
            <a:ext cx="338328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5</a:t>
            </a:fld>
            <a:endParaRPr lang="zh-CN" altLang="en-US" spc="9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</p:spPr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47" y="80010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架构概览：</a:t>
            </a:r>
          </a:p>
        </p:txBody>
      </p:sp>
      <p:sp>
        <p:nvSpPr>
          <p:cNvPr id="4" name="矩形 3"/>
          <p:cNvSpPr/>
          <p:nvPr/>
        </p:nvSpPr>
        <p:spPr>
          <a:xfrm>
            <a:off x="1010312" y="2967334"/>
            <a:ext cx="4816462" cy="564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. </a:t>
            </a: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3E000B0-D25D-4B5E-9CBC-C86268D03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9858"/>
            <a:ext cx="12192000" cy="495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10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6</a:t>
            </a:fld>
            <a:endParaRPr lang="zh-CN" altLang="en-US" spc="9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</p:spPr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47" y="800100"/>
            <a:ext cx="2305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+mj-ea"/>
                <a:ea typeface="+mj-ea"/>
              </a:rPr>
              <a:t>Cache</a:t>
            </a: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实现：</a:t>
            </a:r>
          </a:p>
        </p:txBody>
      </p:sp>
      <p:sp>
        <p:nvSpPr>
          <p:cNvPr id="4" name="矩形 3"/>
          <p:cNvSpPr/>
          <p:nvPr/>
        </p:nvSpPr>
        <p:spPr>
          <a:xfrm>
            <a:off x="1010312" y="2967334"/>
            <a:ext cx="4816462" cy="564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. </a:t>
            </a: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BDF9CB-6D8A-425F-BC0E-CB52135D4D29}"/>
              </a:ext>
            </a:extLst>
          </p:cNvPr>
          <p:cNvSpPr txBox="1"/>
          <p:nvPr/>
        </p:nvSpPr>
        <p:spPr>
          <a:xfrm>
            <a:off x="1007541" y="1863524"/>
            <a:ext cx="1017414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D361E8-0D99-414C-A5AE-980438FE2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552" y="1504709"/>
            <a:ext cx="7028069" cy="466459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66C414A-500A-4A11-8BBF-19514D445BED}"/>
              </a:ext>
            </a:extLst>
          </p:cNvPr>
          <p:cNvSpPr txBox="1"/>
          <p:nvPr/>
        </p:nvSpPr>
        <p:spPr>
          <a:xfrm>
            <a:off x="497711" y="1545220"/>
            <a:ext cx="4039565" cy="38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两路组相连设计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双状态机</a:t>
            </a:r>
            <a:endParaRPr lang="en-US" altLang="zh-CN" dirty="0"/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主状态机</a:t>
            </a:r>
            <a:r>
              <a:rPr lang="en-US" altLang="zh-CN" dirty="0"/>
              <a:t>IDLE ,LOOKUP</a:t>
            </a:r>
            <a:r>
              <a:rPr lang="zh-CN" altLang="en-US" dirty="0"/>
              <a:t> </a:t>
            </a:r>
            <a:r>
              <a:rPr lang="en-US" altLang="zh-CN" dirty="0"/>
              <a:t>,MISS</a:t>
            </a:r>
            <a:r>
              <a:rPr lang="zh-CN" altLang="en-US" dirty="0"/>
              <a:t> </a:t>
            </a:r>
            <a:r>
              <a:rPr lang="en-US" altLang="zh-CN" dirty="0"/>
              <a:t>,REPLACE ,REFILL</a:t>
            </a:r>
            <a:r>
              <a:rPr lang="zh-CN" altLang="en-US" dirty="0"/>
              <a:t>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WriteBuffer</a:t>
            </a:r>
            <a:r>
              <a:rPr lang="zh-CN" altLang="en-US" dirty="0"/>
              <a:t>状态机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           IDLE ,WRITE</a:t>
            </a:r>
          </a:p>
        </p:txBody>
      </p:sp>
    </p:spTree>
    <p:extLst>
      <p:ext uri="{BB962C8B-B14F-4D97-AF65-F5344CB8AC3E}">
        <p14:creationId xmlns:p14="http://schemas.microsoft.com/office/powerpoint/2010/main" val="3043012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7</a:t>
            </a:fld>
            <a:endParaRPr lang="zh-CN" altLang="en-US" spc="9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</p:spPr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12147" y="800100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accent2"/>
                </a:solidFill>
                <a:latin typeface="+mj-ea"/>
                <a:ea typeface="+mj-ea"/>
              </a:rPr>
              <a:t>TLB</a:t>
            </a: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实现：</a:t>
            </a:r>
          </a:p>
        </p:txBody>
      </p:sp>
      <p:sp>
        <p:nvSpPr>
          <p:cNvPr id="4" name="矩形 3"/>
          <p:cNvSpPr/>
          <p:nvPr/>
        </p:nvSpPr>
        <p:spPr>
          <a:xfrm>
            <a:off x="1010312" y="2967334"/>
            <a:ext cx="4816462" cy="564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. </a:t>
            </a:r>
            <a:endParaRPr lang="zh-CN" alt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BDF9CB-6D8A-425F-BC0E-CB52135D4D29}"/>
              </a:ext>
            </a:extLst>
          </p:cNvPr>
          <p:cNvSpPr txBox="1"/>
          <p:nvPr/>
        </p:nvSpPr>
        <p:spPr>
          <a:xfrm>
            <a:off x="1007541" y="1863524"/>
            <a:ext cx="10174147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DC29DA7-23CD-4FED-8F7C-4DBAB49A5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1" b="4973"/>
          <a:stretch/>
        </p:blipFill>
        <p:spPr>
          <a:xfrm>
            <a:off x="2771821" y="1412462"/>
            <a:ext cx="9349059" cy="471004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2238CE7-BD9C-4360-BCB0-D3A23F3A5E46}"/>
              </a:ext>
            </a:extLst>
          </p:cNvPr>
          <p:cNvSpPr txBox="1"/>
          <p:nvPr/>
        </p:nvSpPr>
        <p:spPr>
          <a:xfrm>
            <a:off x="115585" y="2550278"/>
            <a:ext cx="2534940" cy="2780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dirty="0"/>
              <a:t>8</a:t>
            </a:r>
            <a:r>
              <a:rPr lang="zh-CN" altLang="en-US" dirty="0"/>
              <a:t>项</a:t>
            </a:r>
            <a:r>
              <a:rPr lang="en-US" altLang="zh-CN" dirty="0"/>
              <a:t>TLB</a:t>
            </a:r>
            <a:r>
              <a:rPr lang="zh-CN" altLang="en-US" dirty="0"/>
              <a:t>设计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采用</a:t>
            </a:r>
            <a:r>
              <a:rPr lang="en-US" altLang="zh-CN" dirty="0"/>
              <a:t>PIPT</a:t>
            </a:r>
            <a:r>
              <a:rPr lang="zh-CN" altLang="en-US" dirty="0"/>
              <a:t>即实</a:t>
            </a:r>
            <a:r>
              <a:rPr lang="en-US" altLang="zh-CN" dirty="0"/>
              <a:t>index</a:t>
            </a:r>
            <a:r>
              <a:rPr lang="zh-CN" altLang="en-US" dirty="0"/>
              <a:t>实</a:t>
            </a:r>
            <a:r>
              <a:rPr lang="en-US" altLang="zh-CN" dirty="0"/>
              <a:t>tag</a:t>
            </a:r>
            <a:r>
              <a:rPr lang="zh-CN" altLang="en-US" dirty="0"/>
              <a:t>的方式</a:t>
            </a:r>
            <a:r>
              <a:rPr lang="en-US" altLang="zh-CN" dirty="0"/>
              <a:t>,cache   </a:t>
            </a:r>
            <a:r>
              <a:rPr lang="zh-CN" altLang="en-US" dirty="0"/>
              <a:t>串接，限制了频率的提升</a:t>
            </a:r>
          </a:p>
        </p:txBody>
      </p:sp>
    </p:spTree>
    <p:extLst>
      <p:ext uri="{BB962C8B-B14F-4D97-AF65-F5344CB8AC3E}">
        <p14:creationId xmlns:p14="http://schemas.microsoft.com/office/powerpoint/2010/main" val="1111949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-文本框 18"/>
          <p:cNvSpPr txBox="1"/>
          <p:nvPr>
            <p:custDataLst>
              <p:tags r:id="rId1"/>
            </p:custDataLst>
          </p:nvPr>
        </p:nvSpPr>
        <p:spPr>
          <a:xfrm>
            <a:off x="2927903" y="2256831"/>
            <a:ext cx="2339685" cy="2544426"/>
          </a:xfrm>
          <a:custGeom>
            <a:avLst/>
            <a:gdLst/>
            <a:ahLst/>
            <a:cxnLst/>
            <a:rect l="l" t="t" r="r" b="b"/>
            <a:pathLst>
              <a:path w="2339685" h="2544426">
                <a:moveTo>
                  <a:pt x="1721011" y="1637928"/>
                </a:moveTo>
                <a:cubicBezTo>
                  <a:pt x="1682437" y="1674524"/>
                  <a:pt x="1649302" y="1708153"/>
                  <a:pt x="1621608" y="1738815"/>
                </a:cubicBezTo>
                <a:cubicBezTo>
                  <a:pt x="1604793" y="1757607"/>
                  <a:pt x="1591935" y="1772691"/>
                  <a:pt x="1583033" y="1784065"/>
                </a:cubicBezTo>
                <a:cubicBezTo>
                  <a:pt x="1574132" y="1795440"/>
                  <a:pt x="1566713" y="1806320"/>
                  <a:pt x="1560779" y="1816705"/>
                </a:cubicBezTo>
                <a:cubicBezTo>
                  <a:pt x="1554844" y="1827091"/>
                  <a:pt x="1550888" y="1836487"/>
                  <a:pt x="1548910" y="1844894"/>
                </a:cubicBezTo>
                <a:cubicBezTo>
                  <a:pt x="1546932" y="1853301"/>
                  <a:pt x="1548910" y="1859483"/>
                  <a:pt x="1554844" y="1863440"/>
                </a:cubicBezTo>
                <a:lnTo>
                  <a:pt x="1691338" y="1863440"/>
                </a:lnTo>
                <a:lnTo>
                  <a:pt x="1588968" y="2275889"/>
                </a:lnTo>
                <a:lnTo>
                  <a:pt x="848636" y="2275889"/>
                </a:lnTo>
                <a:close/>
                <a:moveTo>
                  <a:pt x="1308562" y="66763"/>
                </a:moveTo>
                <a:cubicBezTo>
                  <a:pt x="1353071" y="66763"/>
                  <a:pt x="1401041" y="69236"/>
                  <a:pt x="1452474" y="74181"/>
                </a:cubicBezTo>
                <a:cubicBezTo>
                  <a:pt x="1503907" y="79127"/>
                  <a:pt x="1554350" y="88523"/>
                  <a:pt x="1603804" y="102370"/>
                </a:cubicBezTo>
                <a:cubicBezTo>
                  <a:pt x="1653259" y="116218"/>
                  <a:pt x="1699746" y="135257"/>
                  <a:pt x="1743265" y="159490"/>
                </a:cubicBezTo>
                <a:cubicBezTo>
                  <a:pt x="1786785" y="183723"/>
                  <a:pt x="1823876" y="214632"/>
                  <a:pt x="1854538" y="252217"/>
                </a:cubicBezTo>
                <a:lnTo>
                  <a:pt x="1075632" y="824898"/>
                </a:lnTo>
                <a:cubicBezTo>
                  <a:pt x="1084534" y="816986"/>
                  <a:pt x="1098134" y="805117"/>
                  <a:pt x="1116432" y="789291"/>
                </a:cubicBezTo>
                <a:cubicBezTo>
                  <a:pt x="1134730" y="773466"/>
                  <a:pt x="1154264" y="755662"/>
                  <a:pt x="1175035" y="735880"/>
                </a:cubicBezTo>
                <a:cubicBezTo>
                  <a:pt x="1195806" y="716099"/>
                  <a:pt x="1216577" y="695328"/>
                  <a:pt x="1237348" y="673568"/>
                </a:cubicBezTo>
                <a:cubicBezTo>
                  <a:pt x="1258118" y="651808"/>
                  <a:pt x="1275675" y="630543"/>
                  <a:pt x="1290016" y="609772"/>
                </a:cubicBezTo>
                <a:cubicBezTo>
                  <a:pt x="1304358" y="589001"/>
                  <a:pt x="1314496" y="569714"/>
                  <a:pt x="1320431" y="551910"/>
                </a:cubicBezTo>
                <a:cubicBezTo>
                  <a:pt x="1326365" y="534107"/>
                  <a:pt x="1325376" y="519765"/>
                  <a:pt x="1317464" y="508885"/>
                </a:cubicBezTo>
                <a:cubicBezTo>
                  <a:pt x="1298671" y="498005"/>
                  <a:pt x="1279878" y="490587"/>
                  <a:pt x="1261086" y="486631"/>
                </a:cubicBezTo>
                <a:cubicBezTo>
                  <a:pt x="1242293" y="482674"/>
                  <a:pt x="1222017" y="480696"/>
                  <a:pt x="1200257" y="480696"/>
                </a:cubicBezTo>
                <a:cubicBezTo>
                  <a:pt x="1155748" y="480696"/>
                  <a:pt x="1115195" y="490340"/>
                  <a:pt x="1078599" y="509627"/>
                </a:cubicBezTo>
                <a:cubicBezTo>
                  <a:pt x="1042003" y="528914"/>
                  <a:pt x="1009363" y="554136"/>
                  <a:pt x="980680" y="585292"/>
                </a:cubicBezTo>
                <a:cubicBezTo>
                  <a:pt x="951996" y="616448"/>
                  <a:pt x="927763" y="651561"/>
                  <a:pt x="907982" y="690630"/>
                </a:cubicBezTo>
                <a:cubicBezTo>
                  <a:pt x="888200" y="729699"/>
                  <a:pt x="873858" y="768520"/>
                  <a:pt x="864956" y="807095"/>
                </a:cubicBezTo>
                <a:lnTo>
                  <a:pt x="863473" y="817480"/>
                </a:lnTo>
                <a:lnTo>
                  <a:pt x="314529" y="817480"/>
                </a:lnTo>
                <a:lnTo>
                  <a:pt x="318980" y="799677"/>
                </a:lnTo>
                <a:cubicBezTo>
                  <a:pt x="346675" y="689888"/>
                  <a:pt x="393162" y="589990"/>
                  <a:pt x="458442" y="499983"/>
                </a:cubicBezTo>
                <a:cubicBezTo>
                  <a:pt x="523721" y="409976"/>
                  <a:pt x="600870" y="332828"/>
                  <a:pt x="689888" y="268537"/>
                </a:cubicBezTo>
                <a:cubicBezTo>
                  <a:pt x="778906" y="204246"/>
                  <a:pt x="876578" y="154545"/>
                  <a:pt x="982905" y="119432"/>
                </a:cubicBezTo>
                <a:cubicBezTo>
                  <a:pt x="1089232" y="84319"/>
                  <a:pt x="1197784" y="66763"/>
                  <a:pt x="1308562" y="66763"/>
                </a:cubicBezTo>
                <a:close/>
                <a:moveTo>
                  <a:pt x="2339685" y="0"/>
                </a:moveTo>
                <a:cubicBezTo>
                  <a:pt x="2330783" y="7913"/>
                  <a:pt x="2308034" y="30661"/>
                  <a:pt x="2271438" y="68247"/>
                </a:cubicBezTo>
                <a:cubicBezTo>
                  <a:pt x="2234842" y="105832"/>
                  <a:pt x="2194536" y="153803"/>
                  <a:pt x="2150522" y="212159"/>
                </a:cubicBezTo>
                <a:cubicBezTo>
                  <a:pt x="2106508" y="270515"/>
                  <a:pt x="2063977" y="337278"/>
                  <a:pt x="2022930" y="412449"/>
                </a:cubicBezTo>
                <a:cubicBezTo>
                  <a:pt x="1981883" y="487620"/>
                  <a:pt x="1952457" y="566252"/>
                  <a:pt x="1934654" y="648346"/>
                </a:cubicBezTo>
                <a:cubicBezTo>
                  <a:pt x="1919817" y="710659"/>
                  <a:pt x="1902014" y="766789"/>
                  <a:pt x="1881243" y="816738"/>
                </a:cubicBezTo>
                <a:cubicBezTo>
                  <a:pt x="1860472" y="866687"/>
                  <a:pt x="1836240" y="913916"/>
                  <a:pt x="1808545" y="958425"/>
                </a:cubicBezTo>
                <a:cubicBezTo>
                  <a:pt x="1780851" y="1002934"/>
                  <a:pt x="1748953" y="1045712"/>
                  <a:pt x="1712851" y="1086759"/>
                </a:cubicBezTo>
                <a:cubicBezTo>
                  <a:pt x="1676749" y="1127806"/>
                  <a:pt x="1636444" y="1170090"/>
                  <a:pt x="1591935" y="1213610"/>
                </a:cubicBezTo>
                <a:cubicBezTo>
                  <a:pt x="1546437" y="1258118"/>
                  <a:pt x="1488328" y="1309798"/>
                  <a:pt x="1417609" y="1368649"/>
                </a:cubicBezTo>
                <a:cubicBezTo>
                  <a:pt x="1346889" y="1427499"/>
                  <a:pt x="1264547" y="1494016"/>
                  <a:pt x="1170584" y="1568197"/>
                </a:cubicBezTo>
                <a:lnTo>
                  <a:pt x="830833" y="1863440"/>
                </a:lnTo>
                <a:lnTo>
                  <a:pt x="1269987" y="1863440"/>
                </a:lnTo>
                <a:lnTo>
                  <a:pt x="339751" y="2544426"/>
                </a:lnTo>
                <a:cubicBezTo>
                  <a:pt x="347664" y="2537502"/>
                  <a:pt x="359780" y="2526622"/>
                  <a:pt x="376100" y="2511786"/>
                </a:cubicBezTo>
                <a:cubicBezTo>
                  <a:pt x="392420" y="2496950"/>
                  <a:pt x="409976" y="2480135"/>
                  <a:pt x="428769" y="2461342"/>
                </a:cubicBezTo>
                <a:cubicBezTo>
                  <a:pt x="447562" y="2442550"/>
                  <a:pt x="466107" y="2423263"/>
                  <a:pt x="484405" y="2403481"/>
                </a:cubicBezTo>
                <a:cubicBezTo>
                  <a:pt x="502703" y="2383699"/>
                  <a:pt x="518034" y="2365154"/>
                  <a:pt x="530398" y="2347845"/>
                </a:cubicBezTo>
                <a:cubicBezTo>
                  <a:pt x="542761" y="2330536"/>
                  <a:pt x="550921" y="2315205"/>
                  <a:pt x="554878" y="2301852"/>
                </a:cubicBezTo>
                <a:cubicBezTo>
                  <a:pt x="558834" y="2288499"/>
                  <a:pt x="555867" y="2279845"/>
                  <a:pt x="545976" y="2275889"/>
                </a:cubicBezTo>
                <a:lnTo>
                  <a:pt x="0" y="2275889"/>
                </a:lnTo>
                <a:lnTo>
                  <a:pt x="86050" y="1928719"/>
                </a:lnTo>
                <a:lnTo>
                  <a:pt x="988098" y="1200257"/>
                </a:lnTo>
                <a:cubicBezTo>
                  <a:pt x="1017770" y="1174541"/>
                  <a:pt x="1053377" y="1142395"/>
                  <a:pt x="1094919" y="1103821"/>
                </a:cubicBezTo>
                <a:cubicBezTo>
                  <a:pt x="1136461" y="1065246"/>
                  <a:pt x="1176519" y="1023952"/>
                  <a:pt x="1215093" y="979938"/>
                </a:cubicBezTo>
                <a:cubicBezTo>
                  <a:pt x="1253667" y="935923"/>
                  <a:pt x="1287544" y="890920"/>
                  <a:pt x="1316722" y="844927"/>
                </a:cubicBezTo>
                <a:cubicBezTo>
                  <a:pt x="1345900" y="798935"/>
                  <a:pt x="1363456" y="754673"/>
                  <a:pt x="1369391" y="71214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900">
                <a:solidFill>
                  <a:schemeClr val="accent1"/>
                </a:solidFill>
                <a:latin typeface="Facon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84433" y="3321279"/>
            <a:ext cx="469872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chemeClr val="accent2"/>
                </a:solidFill>
                <a:latin typeface="+mj-ea"/>
                <a:ea typeface="+mj-ea"/>
              </a:rPr>
              <a:t>启动</a:t>
            </a:r>
            <a:r>
              <a:rPr lang="en-US" altLang="zh-CN" sz="5400" dirty="0">
                <a:solidFill>
                  <a:schemeClr val="accent2"/>
                </a:solidFill>
                <a:latin typeface="+mj-ea"/>
                <a:ea typeface="+mj-ea"/>
              </a:rPr>
              <a:t>Linux</a:t>
            </a:r>
            <a:r>
              <a:rPr lang="zh-CN" altLang="en-US" sz="5400" dirty="0">
                <a:solidFill>
                  <a:schemeClr val="accent2"/>
                </a:solidFill>
                <a:latin typeface="+mj-ea"/>
                <a:ea typeface="+mj-ea"/>
              </a:rPr>
              <a:t>系统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984433" y="2551837"/>
            <a:ext cx="2618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第二部分</a:t>
            </a:r>
            <a:r>
              <a:rPr lang="zh-CN" altLang="en-US" sz="2800" spc="-150" dirty="0">
                <a:solidFill>
                  <a:schemeClr val="accent2"/>
                </a:solidFill>
                <a:latin typeface="+mj-ea"/>
                <a:ea typeface="+mj-ea"/>
                <a:sym typeface="Wingdings 3" panose="05040102010807070707" pitchFamily="18" charset="2"/>
              </a:rPr>
              <a:t></a:t>
            </a:r>
            <a:endParaRPr lang="zh-CN" altLang="en-US" sz="28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 spc="90"/>
              <a:t>Page </a:t>
            </a:r>
            <a:fld id="{7CFB1EEF-B761-4911-A2FD-18DBD3241D03}" type="slidenum">
              <a:rPr lang="zh-CN" altLang="en-US" spc="90" smtClean="0"/>
              <a:t>9</a:t>
            </a:fld>
            <a:endParaRPr lang="zh-CN" altLang="en-US" spc="9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551008" y="87340"/>
            <a:ext cx="2127600" cy="369332"/>
          </a:xfrm>
        </p:spPr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7"/>
          </p:nvPr>
        </p:nvSpPr>
        <p:spPr>
          <a:xfrm>
            <a:off x="5807704" y="87340"/>
            <a:ext cx="2127600" cy="369332"/>
          </a:xfrm>
        </p:spPr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44D9F79-4DF4-4B55-AED0-B4F6CD72CA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88" y="560789"/>
            <a:ext cx="6224928" cy="61690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94CC025-A77B-860F-5E4F-ABECDCA6298D}"/>
              </a:ext>
            </a:extLst>
          </p:cNvPr>
          <p:cNvSpPr txBox="1"/>
          <p:nvPr/>
        </p:nvSpPr>
        <p:spPr>
          <a:xfrm>
            <a:off x="642258" y="2362200"/>
            <a:ext cx="45284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成功启动 </a:t>
            </a:r>
            <a:r>
              <a:rPr lang="en-US" altLang="zh-CN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4" pitchFamily="34" charset="0"/>
              </a:rPr>
              <a:t>PMON / u-boot </a:t>
            </a:r>
            <a:r>
              <a:rPr lang="zh-CN" altLang="en-US" b="0" i="0" dirty="0">
                <a:solidFill>
                  <a:srgbClr val="404040"/>
                </a:solidFill>
                <a:effectLst/>
                <a:highlight>
                  <a:srgbClr val="FCFCFC"/>
                </a:highlight>
                <a:latin typeface="Lato" panose="020F0502020204030204" pitchFamily="34" charset="0"/>
              </a:rPr>
              <a:t>并能使用各种命令行指令。</a:t>
            </a:r>
            <a:endParaRPr lang="en-US" altLang="zh-CN" b="0" i="0" dirty="0">
              <a:solidFill>
                <a:srgbClr val="404040"/>
              </a:solidFill>
              <a:effectLst/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404040"/>
              </a:solidFill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404040"/>
              </a:solidFill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404040"/>
                </a:solidFill>
                <a:highlight>
                  <a:srgbClr val="FCFCFC"/>
                </a:highlight>
                <a:latin typeface="Lato" panose="020F0502020204030204" pitchFamily="34" charset="0"/>
              </a:rPr>
              <a:t>成功驱动网口，并能通过网口成功加载</a:t>
            </a:r>
            <a:r>
              <a:rPr lang="en-US" altLang="zh-CN" dirty="0">
                <a:solidFill>
                  <a:srgbClr val="404040"/>
                </a:solidFill>
                <a:highlight>
                  <a:srgbClr val="FCFCFC"/>
                </a:highlight>
                <a:latin typeface="Lato" panose="020F0502020204030204" pitchFamily="34" charset="0"/>
              </a:rPr>
              <a:t>Linux</a:t>
            </a:r>
            <a:r>
              <a:rPr lang="zh-CN" altLang="en-US" dirty="0">
                <a:solidFill>
                  <a:srgbClr val="404040"/>
                </a:solidFill>
                <a:highlight>
                  <a:srgbClr val="FCFCFC"/>
                </a:highlight>
                <a:latin typeface="Lato" panose="020F0502020204030204" pitchFamily="34" charset="0"/>
              </a:rPr>
              <a:t>并成功启动。</a:t>
            </a:r>
            <a:endParaRPr lang="en-US" altLang="zh-CN" dirty="0">
              <a:solidFill>
                <a:srgbClr val="404040"/>
              </a:solidFill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404040"/>
              </a:solidFill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404040"/>
              </a:solidFill>
              <a:highlight>
                <a:srgbClr val="FCFCFC"/>
              </a:highlight>
              <a:latin typeface="Lato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环境下能正确执行各种命令行指令。</a:t>
            </a:r>
          </a:p>
        </p:txBody>
      </p:sp>
    </p:spTree>
    <p:extLst>
      <p:ext uri="{BB962C8B-B14F-4D97-AF65-F5344CB8AC3E}">
        <p14:creationId xmlns:p14="http://schemas.microsoft.com/office/powerpoint/2010/main" val="165262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84433" y="3321279"/>
            <a:ext cx="29546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>
                <a:solidFill>
                  <a:schemeClr val="accent2"/>
                </a:solidFill>
                <a:latin typeface="+mj-ea"/>
                <a:ea typeface="+mj-ea"/>
              </a:rPr>
              <a:t>优化尝试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84433" y="2551837"/>
            <a:ext cx="2618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第三部分</a:t>
            </a:r>
            <a:r>
              <a:rPr lang="zh-CN" altLang="en-US" sz="2800" spc="-150" dirty="0">
                <a:solidFill>
                  <a:schemeClr val="accent2"/>
                </a:solidFill>
                <a:latin typeface="+mj-ea"/>
                <a:ea typeface="+mj-ea"/>
                <a:sym typeface="Wingdings 3" panose="05040102010807070707" pitchFamily="18" charset="2"/>
              </a:rPr>
              <a:t></a:t>
            </a:r>
            <a:endParaRPr lang="zh-CN" altLang="en-US" sz="28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9" name="PA-文本框 8"/>
          <p:cNvSpPr txBox="1"/>
          <p:nvPr>
            <p:custDataLst>
              <p:tags r:id="rId1"/>
            </p:custDataLst>
          </p:nvPr>
        </p:nvSpPr>
        <p:spPr>
          <a:xfrm>
            <a:off x="2979688" y="2141108"/>
            <a:ext cx="2204674" cy="2620091"/>
          </a:xfrm>
          <a:custGeom>
            <a:avLst/>
            <a:gdLst/>
            <a:ahLst/>
            <a:cxnLst/>
            <a:rect l="l" t="t" r="r" b="b"/>
            <a:pathLst>
              <a:path w="2204674" h="2620091">
                <a:moveTo>
                  <a:pt x="54894" y="1761069"/>
                </a:moveTo>
                <a:lnTo>
                  <a:pt x="603837" y="1761069"/>
                </a:lnTo>
                <a:lnTo>
                  <a:pt x="599386" y="1778873"/>
                </a:lnTo>
                <a:cubicBezTo>
                  <a:pt x="584550" y="1840196"/>
                  <a:pt x="596914" y="1893112"/>
                  <a:pt x="636477" y="1937621"/>
                </a:cubicBezTo>
                <a:cubicBezTo>
                  <a:pt x="658237" y="1962348"/>
                  <a:pt x="683953" y="1979657"/>
                  <a:pt x="713626" y="1989548"/>
                </a:cubicBezTo>
                <a:lnTo>
                  <a:pt x="267053" y="2317430"/>
                </a:lnTo>
                <a:cubicBezTo>
                  <a:pt x="173090" y="2264020"/>
                  <a:pt x="106821" y="2193794"/>
                  <a:pt x="68247" y="2106755"/>
                </a:cubicBezTo>
                <a:cubicBezTo>
                  <a:pt x="26705" y="2006857"/>
                  <a:pt x="21265" y="1895090"/>
                  <a:pt x="51927" y="1771454"/>
                </a:cubicBezTo>
                <a:close/>
                <a:moveTo>
                  <a:pt x="2016253" y="1139428"/>
                </a:moveTo>
                <a:cubicBezTo>
                  <a:pt x="1959875" y="1185915"/>
                  <a:pt x="1909432" y="1233886"/>
                  <a:pt x="1864923" y="1283340"/>
                </a:cubicBezTo>
                <a:cubicBezTo>
                  <a:pt x="1838217" y="1313013"/>
                  <a:pt x="1817447" y="1338482"/>
                  <a:pt x="1802610" y="1359747"/>
                </a:cubicBezTo>
                <a:cubicBezTo>
                  <a:pt x="1787774" y="1381012"/>
                  <a:pt x="1773927" y="1403514"/>
                  <a:pt x="1761069" y="1427252"/>
                </a:cubicBezTo>
                <a:cubicBezTo>
                  <a:pt x="1748211" y="1450990"/>
                  <a:pt x="1738072" y="1475470"/>
                  <a:pt x="1730654" y="1500692"/>
                </a:cubicBezTo>
                <a:cubicBezTo>
                  <a:pt x="1723236" y="1525914"/>
                  <a:pt x="1720022" y="1550888"/>
                  <a:pt x="1721011" y="1575615"/>
                </a:cubicBezTo>
                <a:lnTo>
                  <a:pt x="1721011" y="1591935"/>
                </a:lnTo>
                <a:cubicBezTo>
                  <a:pt x="1722989" y="1618640"/>
                  <a:pt x="1722742" y="1647077"/>
                  <a:pt x="1720269" y="1677244"/>
                </a:cubicBezTo>
                <a:cubicBezTo>
                  <a:pt x="1717796" y="1707411"/>
                  <a:pt x="1712604" y="1739309"/>
                  <a:pt x="1704691" y="1772938"/>
                </a:cubicBezTo>
                <a:cubicBezTo>
                  <a:pt x="1676007" y="1885694"/>
                  <a:pt x="1627542" y="1982872"/>
                  <a:pt x="1559295" y="2064471"/>
                </a:cubicBezTo>
                <a:cubicBezTo>
                  <a:pt x="1491048" y="2146071"/>
                  <a:pt x="1410932" y="2213082"/>
                  <a:pt x="1318947" y="2265503"/>
                </a:cubicBezTo>
                <a:cubicBezTo>
                  <a:pt x="1226962" y="2317925"/>
                  <a:pt x="1127311" y="2356746"/>
                  <a:pt x="1019995" y="2381968"/>
                </a:cubicBezTo>
                <a:cubicBezTo>
                  <a:pt x="912680" y="2407190"/>
                  <a:pt x="805611" y="2419801"/>
                  <a:pt x="698789" y="2419801"/>
                </a:cubicBezTo>
                <a:cubicBezTo>
                  <a:pt x="684942" y="2419801"/>
                  <a:pt x="671342" y="2419306"/>
                  <a:pt x="657990" y="2418317"/>
                </a:cubicBezTo>
                <a:cubicBezTo>
                  <a:pt x="644637" y="2417328"/>
                  <a:pt x="631037" y="2416833"/>
                  <a:pt x="617190" y="2416833"/>
                </a:cubicBezTo>
                <a:cubicBezTo>
                  <a:pt x="614223" y="2415844"/>
                  <a:pt x="610761" y="2415350"/>
                  <a:pt x="606804" y="2415350"/>
                </a:cubicBezTo>
                <a:cubicBezTo>
                  <a:pt x="581088" y="2415350"/>
                  <a:pt x="552405" y="2418070"/>
                  <a:pt x="520754" y="2423510"/>
                </a:cubicBezTo>
                <a:cubicBezTo>
                  <a:pt x="489103" y="2428950"/>
                  <a:pt x="456710" y="2436615"/>
                  <a:pt x="423576" y="2446506"/>
                </a:cubicBezTo>
                <a:cubicBezTo>
                  <a:pt x="390442" y="2456397"/>
                  <a:pt x="356813" y="2467524"/>
                  <a:pt x="322689" y="2479888"/>
                </a:cubicBezTo>
                <a:cubicBezTo>
                  <a:pt x="288566" y="2492251"/>
                  <a:pt x="256173" y="2504862"/>
                  <a:pt x="225511" y="2517720"/>
                </a:cubicBezTo>
                <a:cubicBezTo>
                  <a:pt x="151330" y="2547393"/>
                  <a:pt x="76159" y="2581516"/>
                  <a:pt x="0" y="2620091"/>
                </a:cubicBezTo>
                <a:lnTo>
                  <a:pt x="835284" y="2005868"/>
                </a:lnTo>
                <a:cubicBezTo>
                  <a:pt x="871880" y="2002901"/>
                  <a:pt x="907240" y="1995977"/>
                  <a:pt x="941363" y="1985097"/>
                </a:cubicBezTo>
                <a:cubicBezTo>
                  <a:pt x="975486" y="1974217"/>
                  <a:pt x="1006890" y="1958639"/>
                  <a:pt x="1035573" y="1938363"/>
                </a:cubicBezTo>
                <a:cubicBezTo>
                  <a:pt x="1064257" y="1918087"/>
                  <a:pt x="1089232" y="1893854"/>
                  <a:pt x="1110497" y="1865665"/>
                </a:cubicBezTo>
                <a:cubicBezTo>
                  <a:pt x="1131762" y="1837476"/>
                  <a:pt x="1147835" y="1805083"/>
                  <a:pt x="1158715" y="1768487"/>
                </a:cubicBezTo>
                <a:close/>
                <a:moveTo>
                  <a:pt x="1244765" y="179519"/>
                </a:moveTo>
                <a:cubicBezTo>
                  <a:pt x="1281362" y="179519"/>
                  <a:pt x="1319194" y="180755"/>
                  <a:pt x="1358263" y="183228"/>
                </a:cubicBezTo>
                <a:cubicBezTo>
                  <a:pt x="1397332" y="185701"/>
                  <a:pt x="1436154" y="190399"/>
                  <a:pt x="1474728" y="197322"/>
                </a:cubicBezTo>
                <a:cubicBezTo>
                  <a:pt x="1513302" y="204246"/>
                  <a:pt x="1551135" y="213642"/>
                  <a:pt x="1588226" y="225511"/>
                </a:cubicBezTo>
                <a:cubicBezTo>
                  <a:pt x="1625317" y="237380"/>
                  <a:pt x="1660182" y="252217"/>
                  <a:pt x="1692822" y="270020"/>
                </a:cubicBezTo>
                <a:lnTo>
                  <a:pt x="1244765" y="600870"/>
                </a:lnTo>
                <a:cubicBezTo>
                  <a:pt x="1222016" y="594935"/>
                  <a:pt x="1196795" y="591968"/>
                  <a:pt x="1169100" y="591968"/>
                </a:cubicBezTo>
                <a:cubicBezTo>
                  <a:pt x="1140417" y="591968"/>
                  <a:pt x="1110497" y="596172"/>
                  <a:pt x="1079341" y="604579"/>
                </a:cubicBezTo>
                <a:cubicBezTo>
                  <a:pt x="1048184" y="612986"/>
                  <a:pt x="1019006" y="625350"/>
                  <a:pt x="991806" y="641670"/>
                </a:cubicBezTo>
                <a:cubicBezTo>
                  <a:pt x="964607" y="657990"/>
                  <a:pt x="940621" y="678019"/>
                  <a:pt x="919850" y="701757"/>
                </a:cubicBezTo>
                <a:cubicBezTo>
                  <a:pt x="899080" y="725495"/>
                  <a:pt x="885232" y="752200"/>
                  <a:pt x="878309" y="781873"/>
                </a:cubicBezTo>
                <a:lnTo>
                  <a:pt x="875342" y="792258"/>
                </a:lnTo>
                <a:lnTo>
                  <a:pt x="329365" y="792258"/>
                </a:lnTo>
                <a:lnTo>
                  <a:pt x="333816" y="774455"/>
                </a:lnTo>
                <a:cubicBezTo>
                  <a:pt x="357554" y="676535"/>
                  <a:pt x="400827" y="590485"/>
                  <a:pt x="463634" y="516303"/>
                </a:cubicBezTo>
                <a:cubicBezTo>
                  <a:pt x="526441" y="442121"/>
                  <a:pt x="600128" y="380056"/>
                  <a:pt x="684695" y="330107"/>
                </a:cubicBezTo>
                <a:cubicBezTo>
                  <a:pt x="769262" y="280159"/>
                  <a:pt x="860258" y="242573"/>
                  <a:pt x="957683" y="217351"/>
                </a:cubicBezTo>
                <a:cubicBezTo>
                  <a:pt x="1055108" y="192130"/>
                  <a:pt x="1150802" y="179519"/>
                  <a:pt x="1244765" y="179519"/>
                </a:cubicBezTo>
                <a:close/>
                <a:moveTo>
                  <a:pt x="2204674" y="0"/>
                </a:moveTo>
                <a:cubicBezTo>
                  <a:pt x="2201707" y="1978"/>
                  <a:pt x="2192063" y="10632"/>
                  <a:pt x="2175744" y="25963"/>
                </a:cubicBezTo>
                <a:cubicBezTo>
                  <a:pt x="2159424" y="41294"/>
                  <a:pt x="2139889" y="62065"/>
                  <a:pt x="2117140" y="88276"/>
                </a:cubicBezTo>
                <a:cubicBezTo>
                  <a:pt x="2094391" y="114486"/>
                  <a:pt x="2070406" y="145148"/>
                  <a:pt x="2045184" y="180261"/>
                </a:cubicBezTo>
                <a:cubicBezTo>
                  <a:pt x="2019962" y="215373"/>
                  <a:pt x="1997460" y="253206"/>
                  <a:pt x="1977679" y="293758"/>
                </a:cubicBezTo>
                <a:cubicBezTo>
                  <a:pt x="1957897" y="334311"/>
                  <a:pt x="1942319" y="377089"/>
                  <a:pt x="1930944" y="422092"/>
                </a:cubicBezTo>
                <a:cubicBezTo>
                  <a:pt x="1919570" y="467096"/>
                  <a:pt x="1916355" y="512841"/>
                  <a:pt x="1921301" y="559328"/>
                </a:cubicBezTo>
                <a:cubicBezTo>
                  <a:pt x="1922290" y="565263"/>
                  <a:pt x="1923032" y="571197"/>
                  <a:pt x="1923526" y="577132"/>
                </a:cubicBezTo>
                <a:cubicBezTo>
                  <a:pt x="1924021" y="583066"/>
                  <a:pt x="1924268" y="589001"/>
                  <a:pt x="1924268" y="594935"/>
                </a:cubicBezTo>
                <a:cubicBezTo>
                  <a:pt x="1931192" y="659226"/>
                  <a:pt x="1925257" y="730935"/>
                  <a:pt x="1906464" y="810062"/>
                </a:cubicBezTo>
                <a:cubicBezTo>
                  <a:pt x="1893606" y="862483"/>
                  <a:pt x="1872836" y="911938"/>
                  <a:pt x="1844152" y="958425"/>
                </a:cubicBezTo>
                <a:cubicBezTo>
                  <a:pt x="1815468" y="1004912"/>
                  <a:pt x="1781345" y="1047443"/>
                  <a:pt x="1741781" y="1086017"/>
                </a:cubicBezTo>
                <a:cubicBezTo>
                  <a:pt x="1702218" y="1124592"/>
                  <a:pt x="1658945" y="1159209"/>
                  <a:pt x="1611964" y="1189871"/>
                </a:cubicBezTo>
                <a:cubicBezTo>
                  <a:pt x="1564982" y="1220533"/>
                  <a:pt x="1517753" y="1246249"/>
                  <a:pt x="1470277" y="1267020"/>
                </a:cubicBezTo>
                <a:cubicBezTo>
                  <a:pt x="1519732" y="1289769"/>
                  <a:pt x="1560779" y="1315485"/>
                  <a:pt x="1593419" y="1344169"/>
                </a:cubicBezTo>
                <a:lnTo>
                  <a:pt x="885727" y="1863439"/>
                </a:lnTo>
                <a:cubicBezTo>
                  <a:pt x="949028" y="1809040"/>
                  <a:pt x="1000956" y="1758596"/>
                  <a:pt x="1041508" y="1712109"/>
                </a:cubicBezTo>
                <a:cubicBezTo>
                  <a:pt x="1066235" y="1684415"/>
                  <a:pt x="1084039" y="1661666"/>
                  <a:pt x="1094919" y="1643862"/>
                </a:cubicBezTo>
                <a:cubicBezTo>
                  <a:pt x="1105799" y="1626059"/>
                  <a:pt x="1113464" y="1608749"/>
                  <a:pt x="1117915" y="1591935"/>
                </a:cubicBezTo>
                <a:cubicBezTo>
                  <a:pt x="1122366" y="1575121"/>
                  <a:pt x="1122119" y="1559295"/>
                  <a:pt x="1117173" y="1544459"/>
                </a:cubicBezTo>
                <a:cubicBezTo>
                  <a:pt x="1112228" y="1529623"/>
                  <a:pt x="1100359" y="1518248"/>
                  <a:pt x="1081566" y="1510335"/>
                </a:cubicBezTo>
                <a:cubicBezTo>
                  <a:pt x="1058817" y="1500444"/>
                  <a:pt x="1048432" y="1493026"/>
                  <a:pt x="1050410" y="1488081"/>
                </a:cubicBezTo>
                <a:cubicBezTo>
                  <a:pt x="1017770" y="1478190"/>
                  <a:pt x="978701" y="1473245"/>
                  <a:pt x="933203" y="1473245"/>
                </a:cubicBezTo>
                <a:lnTo>
                  <a:pt x="663182" y="1473245"/>
                </a:lnTo>
                <a:lnTo>
                  <a:pt x="761102" y="1075632"/>
                </a:lnTo>
                <a:lnTo>
                  <a:pt x="1016286" y="1075632"/>
                </a:lnTo>
                <a:cubicBezTo>
                  <a:pt x="1107282" y="1075632"/>
                  <a:pt x="1181711" y="1054366"/>
                  <a:pt x="1239573" y="1011836"/>
                </a:cubicBezTo>
                <a:cubicBezTo>
                  <a:pt x="1297434" y="969305"/>
                  <a:pt x="1337740" y="903531"/>
                  <a:pt x="1360489" y="814513"/>
                </a:cubicBezTo>
                <a:cubicBezTo>
                  <a:pt x="1376314" y="749233"/>
                  <a:pt x="1368401" y="695822"/>
                  <a:pt x="1336750" y="654281"/>
                </a:cubicBezTo>
                <a:cubicBezTo>
                  <a:pt x="1334772" y="652302"/>
                  <a:pt x="1333041" y="650324"/>
                  <a:pt x="1331558" y="648346"/>
                </a:cubicBezTo>
                <a:cubicBezTo>
                  <a:pt x="1330074" y="646368"/>
                  <a:pt x="1328838" y="644884"/>
                  <a:pt x="1327849" y="643895"/>
                </a:cubicBezTo>
                <a:lnTo>
                  <a:pt x="1769970" y="3204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900">
                <a:solidFill>
                  <a:schemeClr val="accent1"/>
                </a:solidFill>
                <a:latin typeface="Facon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600">
                <a:latin typeface="Facon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/>
              <a:t>Page </a:t>
            </a:r>
            <a:fld id="{7CFB1EEF-B761-4911-A2FD-18DBD3241D03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12147" y="8001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分支预测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6833348-CE73-4248-9A8A-97A5A84C8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663" y="4557908"/>
            <a:ext cx="6950716" cy="193583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0956484-90BA-4D57-8049-ED40C6A0C631}"/>
              </a:ext>
            </a:extLst>
          </p:cNvPr>
          <p:cNvSpPr txBox="1"/>
          <p:nvPr/>
        </p:nvSpPr>
        <p:spPr>
          <a:xfrm>
            <a:off x="412147" y="2190955"/>
            <a:ext cx="4511982" cy="2780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两位饱和计数器</a:t>
            </a:r>
            <a:r>
              <a:rPr lang="en-US" altLang="zh-CN" dirty="0"/>
              <a:t>	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256*32</a:t>
            </a:r>
            <a:r>
              <a:rPr lang="zh-CN" altLang="en-US" dirty="0"/>
              <a:t>存储分支地址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index</a:t>
            </a:r>
            <a:r>
              <a:rPr lang="zh-CN" altLang="en-US" dirty="0"/>
              <a:t>索引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20</a:t>
            </a:r>
            <a:r>
              <a:rPr lang="zh-CN" altLang="en-US" dirty="0"/>
              <a:t>位</a:t>
            </a:r>
            <a:r>
              <a:rPr lang="en-US" altLang="zh-CN" dirty="0"/>
              <a:t>tag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. </a:t>
            </a:r>
            <a:r>
              <a:rPr lang="zh-CN" altLang="en-US" dirty="0"/>
              <a:t>未能启动</a:t>
            </a:r>
            <a:r>
              <a:rPr lang="en-US" altLang="zh-CN" dirty="0"/>
              <a:t>Linux(</a:t>
            </a:r>
            <a:r>
              <a:rPr lang="zh-CN" altLang="en-US" dirty="0"/>
              <a:t>故舍弃）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FA8400-B518-C2EB-3211-0F3043721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979" y="552659"/>
            <a:ext cx="6955400" cy="40143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  </a:t>
            </a:r>
            <a:r>
              <a:rPr lang="en-US" altLang="zh-CN"/>
              <a:t>Page </a:t>
            </a:r>
            <a:fld id="{7CFB1EEF-B761-4911-A2FD-18DBD3241D03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流水线设计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>
          <a:xfrm>
            <a:off x="10064400" y="87340"/>
            <a:ext cx="2056480" cy="369332"/>
          </a:xfrm>
        </p:spPr>
        <p:txBody>
          <a:bodyPr/>
          <a:lstStyle/>
          <a:p>
            <a:r>
              <a:rPr lang="zh-CN" altLang="en-US" dirty="0"/>
              <a:t>优化尝试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12147" y="8001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顺序双发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956484-90BA-4D57-8049-ED40C6A0C631}"/>
              </a:ext>
            </a:extLst>
          </p:cNvPr>
          <p:cNvSpPr txBox="1"/>
          <p:nvPr/>
        </p:nvSpPr>
        <p:spPr>
          <a:xfrm>
            <a:off x="257687" y="2263761"/>
            <a:ext cx="4511982" cy="222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八级流水线</a:t>
            </a:r>
            <a:r>
              <a:rPr lang="en-US" altLang="zh-CN" dirty="0"/>
              <a:t>	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每周期最多取</a:t>
            </a:r>
            <a:r>
              <a:rPr lang="en-US" altLang="zh-CN" dirty="0"/>
              <a:t>/</a:t>
            </a:r>
            <a:r>
              <a:rPr lang="zh-CN" altLang="en-US" dirty="0"/>
              <a:t>退休两条指令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.</a:t>
            </a:r>
            <a:r>
              <a:rPr lang="zh-CN" altLang="en-US" dirty="0"/>
              <a:t> 集中式</a:t>
            </a:r>
            <a:r>
              <a:rPr lang="en-US" altLang="zh-CN" dirty="0"/>
              <a:t>FIFO</a:t>
            </a:r>
          </a:p>
          <a:p>
            <a:pPr>
              <a:lnSpc>
                <a:spcPct val="200000"/>
              </a:lnSpc>
            </a:pPr>
            <a:r>
              <a:rPr lang="en-US" altLang="zh-CN" dirty="0"/>
              <a:t>. </a:t>
            </a:r>
            <a:r>
              <a:rPr lang="zh-CN" altLang="en-US" dirty="0"/>
              <a:t>未能启动</a:t>
            </a:r>
            <a:r>
              <a:rPr lang="en-US" altLang="zh-CN" dirty="0"/>
              <a:t>Linux(</a:t>
            </a:r>
            <a:r>
              <a:rPr lang="zh-CN" altLang="en-US" dirty="0"/>
              <a:t>故舍弃）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F3F6C6-CE97-4145-A60D-846A77C17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5078" y="1288911"/>
            <a:ext cx="8666922" cy="458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70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42F5A2-A2DE-4622-B48F-CA24BD6CC951}"/>
              </a:ext>
            </a:extLst>
          </p:cNvPr>
          <p:cNvSpPr txBox="1"/>
          <p:nvPr/>
        </p:nvSpPr>
        <p:spPr>
          <a:xfrm>
            <a:off x="3043177" y="2476219"/>
            <a:ext cx="61056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dirty="0">
                <a:solidFill>
                  <a:srgbClr val="23457A"/>
                </a:solidFill>
              </a:rPr>
              <a:t>THANKS</a:t>
            </a:r>
            <a:endParaRPr lang="zh-CN" altLang="en-US" sz="9600" dirty="0">
              <a:solidFill>
                <a:srgbClr val="23457A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FmNmM0ZjY5YjNkOTQ2MTJiZDU0ZDkxMWFhMmEyZm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B0D14"/>
      </a:accent1>
      <a:accent2>
        <a:srgbClr val="00206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">
      <a:majorFont>
        <a:latin typeface="Microsoft YaHei Light"/>
        <a:ea typeface="微软雅黑"/>
        <a:cs typeface=""/>
      </a:majorFont>
      <a:minorFont>
        <a:latin typeface="微软雅黑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351</Words>
  <Application>Microsoft Office PowerPoint</Application>
  <PresentationFormat>宽屏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Facon</vt:lpstr>
      <vt:lpstr>Microsoft YaHei Light</vt:lpstr>
      <vt:lpstr>等线</vt:lpstr>
      <vt:lpstr>黑体</vt:lpstr>
      <vt:lpstr>微软雅黑</vt:lpstr>
      <vt:lpstr>Arial</vt:lpstr>
      <vt:lpstr>Lato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按时 吃饭</dc:creator>
  <cp:lastModifiedBy>卫宏 李</cp:lastModifiedBy>
  <cp:revision>297</cp:revision>
  <dcterms:created xsi:type="dcterms:W3CDTF">2020-04-11T01:02:00Z</dcterms:created>
  <dcterms:modified xsi:type="dcterms:W3CDTF">2024-08-23T10:23:50Z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569C153B75C14740AA7CD67B20911686</vt:lpwstr>
  </property>
  <property fmtid="{D5CDD505-2E9C-101B-9397-08002B2CF9AE}" pid="3" name="KSOProductBuildVer">
    <vt:lpwstr>2052-11.1.0.11744</vt:lpwstr>
  </property>
</Properties>
</file>